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8" r:id="rId4"/>
  </p:sldMasterIdLst>
  <p:notesMasterIdLst>
    <p:notesMasterId r:id="rId17"/>
  </p:notesMasterIdLst>
  <p:handoutMasterIdLst>
    <p:handoutMasterId r:id="rId18"/>
  </p:handoutMasterIdLst>
  <p:sldIdLst>
    <p:sldId id="256" r:id="rId5"/>
    <p:sldId id="373" r:id="rId6"/>
    <p:sldId id="375" r:id="rId7"/>
    <p:sldId id="376" r:id="rId8"/>
    <p:sldId id="325" r:id="rId9"/>
    <p:sldId id="378" r:id="rId10"/>
    <p:sldId id="379" r:id="rId11"/>
    <p:sldId id="380" r:id="rId12"/>
    <p:sldId id="381" r:id="rId13"/>
    <p:sldId id="382" r:id="rId14"/>
    <p:sldId id="328" r:id="rId15"/>
    <p:sldId id="274" r:id="rId16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Styl pośredni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26" autoAdjust="0"/>
  </p:normalViewPr>
  <p:slideViewPr>
    <p:cSldViewPr snapToGrid="0">
      <p:cViewPr varScale="1">
        <p:scale>
          <a:sx n="67" d="100"/>
          <a:sy n="67" d="100"/>
        </p:scale>
        <p:origin x="278" y="62"/>
      </p:cViewPr>
      <p:guideLst/>
    </p:cSldViewPr>
  </p:slideViewPr>
  <p:outlineViewPr>
    <p:cViewPr>
      <p:scale>
        <a:sx n="33" d="100"/>
        <a:sy n="33" d="100"/>
      </p:scale>
      <p:origin x="0" y="-5467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3DD35D-9765-4E5F-95CE-DA45F3637BF5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 rtlCol="0"/>
        <a:lstStyle/>
        <a:p>
          <a:pPr rtl="0"/>
          <a:endParaRPr lang="en-US"/>
        </a:p>
      </dgm:t>
    </dgm:pt>
    <dgm:pt modelId="{25E771E7-8CF7-4491-9507-55BFE693DC7B}">
      <dgm:prSet phldrT="[Text]" custT="1"/>
      <dgm:spPr>
        <a:solidFill>
          <a:schemeClr val="accent1"/>
        </a:solidFill>
        <a:ln w="19050">
          <a:noFill/>
        </a:ln>
      </dgm:spPr>
      <dgm:t>
        <a:bodyPr/>
        <a:lstStyle/>
        <a:p>
          <a:pPr>
            <a:buNone/>
          </a:pPr>
          <a:r>
            <a:rPr lang="pl-PL" sz="3200" b="1" noProof="0" dirty="0" err="1">
              <a:solidFill>
                <a:schemeClr val="tx1"/>
              </a:solidFill>
              <a:latin typeface="+mj-lt"/>
            </a:rPr>
            <a:t>Jotai</a:t>
          </a:r>
          <a:endParaRPr lang="pl-PL" sz="3200" b="1" noProof="0" dirty="0">
            <a:solidFill>
              <a:schemeClr val="tx1"/>
            </a:solidFill>
            <a:latin typeface="+mj-lt"/>
          </a:endParaRPr>
        </a:p>
      </dgm:t>
    </dgm:pt>
    <dgm:pt modelId="{D34FC0B2-1D9D-47C1-B680-27EF2E97D428}" type="parTrans" cxnId="{E01FE584-0925-4BC0-9383-A1E85DE458FD}">
      <dgm:prSet/>
      <dgm:spPr/>
      <dgm:t>
        <a:bodyPr rtlCol="0"/>
        <a:lstStyle/>
        <a:p>
          <a:pPr rtl="0"/>
          <a:endParaRPr lang="pl-PL" noProof="0" dirty="0"/>
        </a:p>
      </dgm:t>
    </dgm:pt>
    <dgm:pt modelId="{B3CFB133-9C4F-4A0A-888D-0CEC78FFDFFC}" type="sibTrans" cxnId="{E01FE584-0925-4BC0-9383-A1E85DE458FD}">
      <dgm:prSet/>
      <dgm:spPr/>
      <dgm:t>
        <a:bodyPr rtlCol="0"/>
        <a:lstStyle/>
        <a:p>
          <a:pPr rtl="0"/>
          <a:endParaRPr lang="pl-PL" noProof="0" dirty="0"/>
        </a:p>
      </dgm:t>
    </dgm:pt>
    <dgm:pt modelId="{EB81D1D4-3A06-49A6-9CBB-2A11D66B1783}">
      <dgm:prSet phldrT="[Text]" custT="1"/>
      <dgm:spPr/>
      <dgm:t>
        <a:bodyPr rtlCol="0"/>
        <a:lstStyle/>
        <a:p>
          <a:pPr marL="0" rtl="0">
            <a:lnSpc>
              <a:spcPct val="100000"/>
            </a:lnSpc>
            <a:buFont typeface="Arial" panose="020B0604020202020204" pitchFamily="34" charset="0"/>
            <a:buNone/>
          </a:pPr>
          <a:r>
            <a:rPr lang="pl-PL" sz="2400" noProof="0" dirty="0">
              <a:latin typeface="Calibri" panose="020F0502020204030204" pitchFamily="34" charset="0"/>
            </a:rPr>
            <a:t>Zbudowany z małych</a:t>
          </a:r>
          <a:r>
            <a:rPr lang="pl-PL" sz="2400" b="0" i="0" dirty="0"/>
            <a:t>, niezależnych atomów (atom()), które można łączyć.</a:t>
          </a:r>
          <a:endParaRPr lang="pl-PL" sz="2400" noProof="0" dirty="0">
            <a:latin typeface="Calibri" panose="020F0502020204030204" pitchFamily="34" charset="0"/>
          </a:endParaRPr>
        </a:p>
      </dgm:t>
    </dgm:pt>
    <dgm:pt modelId="{721F31C1-C769-40A8-9C34-A74470BAB532}" type="parTrans" cxnId="{5E008CC8-B8C6-4B46-94B0-C60406121E38}">
      <dgm:prSet/>
      <dgm:spPr/>
      <dgm:t>
        <a:bodyPr rtlCol="0"/>
        <a:lstStyle/>
        <a:p>
          <a:pPr rtl="0"/>
          <a:endParaRPr lang="pl-PL" noProof="0" dirty="0"/>
        </a:p>
      </dgm:t>
    </dgm:pt>
    <dgm:pt modelId="{0519A5BA-BBEC-4C39-9FFD-05D4C020199E}" type="sibTrans" cxnId="{5E008CC8-B8C6-4B46-94B0-C60406121E38}">
      <dgm:prSet/>
      <dgm:spPr/>
      <dgm:t>
        <a:bodyPr rtlCol="0"/>
        <a:lstStyle/>
        <a:p>
          <a:pPr rtl="0"/>
          <a:endParaRPr lang="pl-PL" noProof="0" dirty="0"/>
        </a:p>
      </dgm:t>
    </dgm:pt>
    <dgm:pt modelId="{D76BB3CF-DF5A-41FB-B6A4-25743CF1642F}">
      <dgm:prSet phldrT="[Text]" custT="1"/>
      <dgm:spPr>
        <a:solidFill>
          <a:schemeClr val="accent1">
            <a:alpha val="20000"/>
          </a:schemeClr>
        </a:solidFill>
        <a:ln w="19050">
          <a:noFill/>
        </a:ln>
      </dgm:spPr>
      <dgm:t>
        <a:bodyPr rtlCol="0"/>
        <a:lstStyle/>
        <a:p>
          <a:pPr rtl="0"/>
          <a:r>
            <a:rPr lang="pl-PL" sz="3200" b="1" dirty="0" err="1">
              <a:solidFill>
                <a:schemeClr val="tx1"/>
              </a:solidFill>
            </a:rPr>
            <a:t>Redux</a:t>
          </a:r>
          <a:r>
            <a:rPr lang="pl-PL" sz="3200" b="1" dirty="0">
              <a:solidFill>
                <a:schemeClr val="tx1"/>
              </a:solidFill>
            </a:rPr>
            <a:t> Toolkit</a:t>
          </a:r>
          <a:endParaRPr lang="pl-PL" sz="3200" b="1" noProof="0" dirty="0">
            <a:solidFill>
              <a:schemeClr val="tx1"/>
            </a:solidFill>
            <a:latin typeface="+mj-lt"/>
          </a:endParaRPr>
        </a:p>
      </dgm:t>
    </dgm:pt>
    <dgm:pt modelId="{5DD1E055-F36A-4363-9BA1-453D18F6AA18}" type="parTrans" cxnId="{8422E397-A2A7-4656-BDD0-A5DEE35EA0FC}">
      <dgm:prSet/>
      <dgm:spPr/>
      <dgm:t>
        <a:bodyPr rtlCol="0"/>
        <a:lstStyle/>
        <a:p>
          <a:pPr rtl="0"/>
          <a:endParaRPr lang="pl-PL" noProof="0" dirty="0"/>
        </a:p>
      </dgm:t>
    </dgm:pt>
    <dgm:pt modelId="{24234FDB-132A-43EF-B90D-1D285BFF51D4}" type="sibTrans" cxnId="{8422E397-A2A7-4656-BDD0-A5DEE35EA0FC}">
      <dgm:prSet/>
      <dgm:spPr/>
      <dgm:t>
        <a:bodyPr rtlCol="0"/>
        <a:lstStyle/>
        <a:p>
          <a:pPr rtl="0"/>
          <a:endParaRPr lang="pl-PL" noProof="0" dirty="0"/>
        </a:p>
      </dgm:t>
    </dgm:pt>
    <dgm:pt modelId="{3F378E98-4217-47A9-8134-DE6C3ABFE041}">
      <dgm:prSet phldrT="[Text]" custT="1"/>
      <dgm:spPr/>
      <dgm:t>
        <a:bodyPr rtlCol="0"/>
        <a:lstStyle/>
        <a:p>
          <a:pPr marL="0" rtl="0">
            <a:lnSpc>
              <a:spcPct val="100000"/>
            </a:lnSpc>
            <a:buFont typeface="Arial" panose="020B0604020202020204" pitchFamily="34" charset="0"/>
            <a:buNone/>
          </a:pPr>
          <a:r>
            <a:rPr lang="pl-PL" sz="2400" dirty="0"/>
            <a:t>Potężny, ale wymaga dużo "</a:t>
          </a:r>
          <a:r>
            <a:rPr lang="pl-PL" sz="2400" dirty="0" err="1"/>
            <a:t>boilerplate'u</a:t>
          </a:r>
          <a:r>
            <a:rPr lang="pl-PL" sz="2400" dirty="0"/>
            <a:t>" (dużo pisania kodu na start).</a:t>
          </a:r>
          <a:endParaRPr lang="pl-PL" sz="2400" noProof="0" dirty="0">
            <a:solidFill>
              <a:schemeClr val="tx1"/>
            </a:solidFill>
            <a:latin typeface="Calibri" panose="020F0502020204030204" pitchFamily="34" charset="0"/>
          </a:endParaRPr>
        </a:p>
      </dgm:t>
    </dgm:pt>
    <dgm:pt modelId="{48653CFB-283F-4824-B87B-943F5C5E7841}" type="parTrans" cxnId="{E2F6ED9C-E6CA-4E7F-B747-37A284E29D24}">
      <dgm:prSet/>
      <dgm:spPr/>
      <dgm:t>
        <a:bodyPr rtlCol="0"/>
        <a:lstStyle/>
        <a:p>
          <a:pPr rtl="0"/>
          <a:endParaRPr lang="pl-PL" noProof="0" dirty="0"/>
        </a:p>
      </dgm:t>
    </dgm:pt>
    <dgm:pt modelId="{0638CE31-017E-4421-AF9D-A58647C395DF}" type="sibTrans" cxnId="{E2F6ED9C-E6CA-4E7F-B747-37A284E29D24}">
      <dgm:prSet/>
      <dgm:spPr/>
      <dgm:t>
        <a:bodyPr rtlCol="0"/>
        <a:lstStyle/>
        <a:p>
          <a:pPr rtl="0"/>
          <a:endParaRPr lang="pl-PL" noProof="0" dirty="0"/>
        </a:p>
      </dgm:t>
    </dgm:pt>
    <dgm:pt modelId="{8F3B4B19-33F4-47AC-BE4E-B66181ED98B4}">
      <dgm:prSet phldrT="[Text]" custT="1"/>
      <dgm:spPr>
        <a:solidFill>
          <a:schemeClr val="accent3"/>
        </a:solidFill>
        <a:ln w="19050">
          <a:noFill/>
        </a:ln>
      </dgm:spPr>
      <dgm:t>
        <a:bodyPr rtlCol="0"/>
        <a:lstStyle/>
        <a:p>
          <a:pPr rtl="0"/>
          <a:r>
            <a:rPr lang="pl-PL" sz="3200" b="1" dirty="0" err="1">
              <a:solidFill>
                <a:schemeClr val="tx1"/>
              </a:solidFill>
            </a:rPr>
            <a:t>Zustand</a:t>
          </a:r>
          <a:endParaRPr lang="pl-PL" sz="3200" b="1" noProof="0" dirty="0">
            <a:solidFill>
              <a:schemeClr val="tx1"/>
            </a:solidFill>
            <a:latin typeface="+mj-lt"/>
          </a:endParaRPr>
        </a:p>
      </dgm:t>
    </dgm:pt>
    <dgm:pt modelId="{D56FE0BA-AE10-413D-B7E3-CD20C3731D50}" type="parTrans" cxnId="{E9FED118-8FC1-46A3-BD00-F94098ECD6A4}">
      <dgm:prSet/>
      <dgm:spPr/>
      <dgm:t>
        <a:bodyPr rtlCol="0"/>
        <a:lstStyle/>
        <a:p>
          <a:pPr rtl="0"/>
          <a:endParaRPr lang="pl-PL" noProof="0" dirty="0"/>
        </a:p>
      </dgm:t>
    </dgm:pt>
    <dgm:pt modelId="{2C34AF2B-9D07-4B75-9E74-1C680AB14CF6}" type="sibTrans" cxnId="{E9FED118-8FC1-46A3-BD00-F94098ECD6A4}">
      <dgm:prSet/>
      <dgm:spPr/>
      <dgm:t>
        <a:bodyPr rtlCol="0"/>
        <a:lstStyle/>
        <a:p>
          <a:pPr rtl="0"/>
          <a:endParaRPr lang="pl-PL" noProof="0" dirty="0"/>
        </a:p>
      </dgm:t>
    </dgm:pt>
    <dgm:pt modelId="{0AFF4C1B-302C-42EF-B59F-97CDC2799D17}">
      <dgm:prSet phldrT="[Text]" custT="1"/>
      <dgm:spPr/>
      <dgm:t>
        <a:bodyPr rtlCol="0"/>
        <a:lstStyle/>
        <a:p>
          <a:pPr marL="0" rtl="0">
            <a:lnSpc>
              <a:spcPct val="100000"/>
            </a:lnSpc>
            <a:buFont typeface="Arial" panose="020B0604020202020204" pitchFamily="34" charset="0"/>
            <a:buNone/>
          </a:pPr>
          <a:r>
            <a:rPr lang="pl-PL" sz="2400" dirty="0"/>
            <a:t>Brak </a:t>
          </a:r>
          <a:r>
            <a:rPr lang="pl-PL" sz="2400" dirty="0" err="1"/>
            <a:t>providerów</a:t>
          </a:r>
          <a:r>
            <a:rPr lang="pl-PL" sz="2400" dirty="0"/>
            <a:t> (nie oplatasz aplikacji), oparty na </a:t>
          </a:r>
          <a:r>
            <a:rPr lang="pl-PL" sz="2400" dirty="0" err="1"/>
            <a:t>hookach</a:t>
          </a:r>
          <a:r>
            <a:rPr lang="pl-PL" sz="2400" dirty="0"/>
            <a:t>, bardzo lekki (~1KB).</a:t>
          </a:r>
          <a:endParaRPr lang="pl-PL" sz="2400" noProof="0" dirty="0">
            <a:latin typeface="Calibri" panose="020F0502020204030204" pitchFamily="34" charset="0"/>
          </a:endParaRPr>
        </a:p>
      </dgm:t>
    </dgm:pt>
    <dgm:pt modelId="{0EBE8459-BB53-4FEB-9003-4D3795F4559C}" type="parTrans" cxnId="{C23B5F60-F074-45B8-BB09-18AD4152539D}">
      <dgm:prSet/>
      <dgm:spPr/>
      <dgm:t>
        <a:bodyPr rtlCol="0"/>
        <a:lstStyle/>
        <a:p>
          <a:pPr rtl="0"/>
          <a:endParaRPr lang="pl-PL" noProof="0" dirty="0"/>
        </a:p>
      </dgm:t>
    </dgm:pt>
    <dgm:pt modelId="{6755B5A7-26F9-4D2F-8EA9-DCC4A05B07D9}" type="sibTrans" cxnId="{C23B5F60-F074-45B8-BB09-18AD4152539D}">
      <dgm:prSet/>
      <dgm:spPr/>
      <dgm:t>
        <a:bodyPr rtlCol="0"/>
        <a:lstStyle/>
        <a:p>
          <a:pPr rtl="0"/>
          <a:endParaRPr lang="pl-PL" noProof="0" dirty="0"/>
        </a:p>
      </dgm:t>
    </dgm:pt>
    <dgm:pt modelId="{C8FC339E-39F6-4A89-A23A-68C3243C6B19}" type="pres">
      <dgm:prSet presAssocID="{013DD35D-9765-4E5F-95CE-DA45F3637BF5}" presName="Name0" presStyleCnt="0">
        <dgm:presLayoutVars>
          <dgm:dir/>
          <dgm:animLvl val="lvl"/>
          <dgm:resizeHandles val="exact"/>
        </dgm:presLayoutVars>
      </dgm:prSet>
      <dgm:spPr/>
    </dgm:pt>
    <dgm:pt modelId="{EBFEB845-6A67-41B7-8C99-698054EAA819}" type="pres">
      <dgm:prSet presAssocID="{8F3B4B19-33F4-47AC-BE4E-B66181ED98B4}" presName="composite" presStyleCnt="0"/>
      <dgm:spPr/>
    </dgm:pt>
    <dgm:pt modelId="{5ACDDD2E-A6DA-4B3F-B366-D8D165C71718}" type="pres">
      <dgm:prSet presAssocID="{8F3B4B19-33F4-47AC-BE4E-B66181ED98B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3232D775-33ED-44BE-9665-D5F655F5DD13}" type="pres">
      <dgm:prSet presAssocID="{8F3B4B19-33F4-47AC-BE4E-B66181ED98B4}" presName="desTx" presStyleLbl="alignAccFollowNode1" presStyleIdx="0" presStyleCnt="3">
        <dgm:presLayoutVars>
          <dgm:bulletEnabled val="1"/>
        </dgm:presLayoutVars>
      </dgm:prSet>
      <dgm:spPr/>
    </dgm:pt>
    <dgm:pt modelId="{E46F1BC2-7F93-4942-ABBC-8E185A413E0F}" type="pres">
      <dgm:prSet presAssocID="{2C34AF2B-9D07-4B75-9E74-1C680AB14CF6}" presName="space" presStyleCnt="0"/>
      <dgm:spPr/>
    </dgm:pt>
    <dgm:pt modelId="{37880899-2C43-4D97-BF52-758832B5C284}" type="pres">
      <dgm:prSet presAssocID="{D76BB3CF-DF5A-41FB-B6A4-25743CF1642F}" presName="composite" presStyleCnt="0"/>
      <dgm:spPr/>
    </dgm:pt>
    <dgm:pt modelId="{6DDDB16E-5E89-49FF-9D69-F27857F51C56}" type="pres">
      <dgm:prSet presAssocID="{D76BB3CF-DF5A-41FB-B6A4-25743CF1642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073A826-7D3A-44DE-9A23-19A6213A5DC9}" type="pres">
      <dgm:prSet presAssocID="{D76BB3CF-DF5A-41FB-B6A4-25743CF1642F}" presName="desTx" presStyleLbl="alignAccFollowNode1" presStyleIdx="1" presStyleCnt="3">
        <dgm:presLayoutVars>
          <dgm:bulletEnabled val="1"/>
        </dgm:presLayoutVars>
      </dgm:prSet>
      <dgm:spPr/>
    </dgm:pt>
    <dgm:pt modelId="{AD9D20B1-156B-4320-90B2-6286559CB540}" type="pres">
      <dgm:prSet presAssocID="{24234FDB-132A-43EF-B90D-1D285BFF51D4}" presName="space" presStyleCnt="0"/>
      <dgm:spPr/>
    </dgm:pt>
    <dgm:pt modelId="{6D880849-3CF4-4B9A-AA3D-2012E655E86C}" type="pres">
      <dgm:prSet presAssocID="{25E771E7-8CF7-4491-9507-55BFE693DC7B}" presName="composite" presStyleCnt="0"/>
      <dgm:spPr/>
    </dgm:pt>
    <dgm:pt modelId="{53A970A0-87A4-4055-8444-4B32FD55679F}" type="pres">
      <dgm:prSet presAssocID="{25E771E7-8CF7-4491-9507-55BFE693DC7B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0479C4D-92A7-4148-A954-1F753DC42CF3}" type="pres">
      <dgm:prSet presAssocID="{25E771E7-8CF7-4491-9507-55BFE693DC7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E9FED118-8FC1-46A3-BD00-F94098ECD6A4}" srcId="{013DD35D-9765-4E5F-95CE-DA45F3637BF5}" destId="{8F3B4B19-33F4-47AC-BE4E-B66181ED98B4}" srcOrd="0" destOrd="0" parTransId="{D56FE0BA-AE10-413D-B7E3-CD20C3731D50}" sibTransId="{2C34AF2B-9D07-4B75-9E74-1C680AB14CF6}"/>
    <dgm:cxn modelId="{9D215225-F96D-4063-9D39-2337B246C5AC}" type="presOf" srcId="{013DD35D-9765-4E5F-95CE-DA45F3637BF5}" destId="{C8FC339E-39F6-4A89-A23A-68C3243C6B19}" srcOrd="0" destOrd="0" presId="urn:microsoft.com/office/officeart/2005/8/layout/hList1"/>
    <dgm:cxn modelId="{05ECF92E-5496-4CB6-BA20-AF30EEB72BC7}" type="presOf" srcId="{D76BB3CF-DF5A-41FB-B6A4-25743CF1642F}" destId="{6DDDB16E-5E89-49FF-9D69-F27857F51C56}" srcOrd="0" destOrd="0" presId="urn:microsoft.com/office/officeart/2005/8/layout/hList1"/>
    <dgm:cxn modelId="{39194436-076C-495B-B9BF-9D48A2ADDA2D}" type="presOf" srcId="{8F3B4B19-33F4-47AC-BE4E-B66181ED98B4}" destId="{5ACDDD2E-A6DA-4B3F-B366-D8D165C71718}" srcOrd="0" destOrd="0" presId="urn:microsoft.com/office/officeart/2005/8/layout/hList1"/>
    <dgm:cxn modelId="{DE7A195E-7961-42AA-A2CB-168F028E4C4F}" type="presOf" srcId="{0AFF4C1B-302C-42EF-B59F-97CDC2799D17}" destId="{3232D775-33ED-44BE-9665-D5F655F5DD13}" srcOrd="0" destOrd="0" presId="urn:microsoft.com/office/officeart/2005/8/layout/hList1"/>
    <dgm:cxn modelId="{C23B5F60-F074-45B8-BB09-18AD4152539D}" srcId="{8F3B4B19-33F4-47AC-BE4E-B66181ED98B4}" destId="{0AFF4C1B-302C-42EF-B59F-97CDC2799D17}" srcOrd="0" destOrd="0" parTransId="{0EBE8459-BB53-4FEB-9003-4D3795F4559C}" sibTransId="{6755B5A7-26F9-4D2F-8EA9-DCC4A05B07D9}"/>
    <dgm:cxn modelId="{E01FE584-0925-4BC0-9383-A1E85DE458FD}" srcId="{013DD35D-9765-4E5F-95CE-DA45F3637BF5}" destId="{25E771E7-8CF7-4491-9507-55BFE693DC7B}" srcOrd="2" destOrd="0" parTransId="{D34FC0B2-1D9D-47C1-B680-27EF2E97D428}" sibTransId="{B3CFB133-9C4F-4A0A-888D-0CEC78FFDFFC}"/>
    <dgm:cxn modelId="{8422E397-A2A7-4656-BDD0-A5DEE35EA0FC}" srcId="{013DD35D-9765-4E5F-95CE-DA45F3637BF5}" destId="{D76BB3CF-DF5A-41FB-B6A4-25743CF1642F}" srcOrd="1" destOrd="0" parTransId="{5DD1E055-F36A-4363-9BA1-453D18F6AA18}" sibTransId="{24234FDB-132A-43EF-B90D-1D285BFF51D4}"/>
    <dgm:cxn modelId="{E2F6ED9C-E6CA-4E7F-B747-37A284E29D24}" srcId="{D76BB3CF-DF5A-41FB-B6A4-25743CF1642F}" destId="{3F378E98-4217-47A9-8134-DE6C3ABFE041}" srcOrd="0" destOrd="0" parTransId="{48653CFB-283F-4824-B87B-943F5C5E7841}" sibTransId="{0638CE31-017E-4421-AF9D-A58647C395DF}"/>
    <dgm:cxn modelId="{5E008CC8-B8C6-4B46-94B0-C60406121E38}" srcId="{25E771E7-8CF7-4491-9507-55BFE693DC7B}" destId="{EB81D1D4-3A06-49A6-9CBB-2A11D66B1783}" srcOrd="0" destOrd="0" parTransId="{721F31C1-C769-40A8-9C34-A74470BAB532}" sibTransId="{0519A5BA-BBEC-4C39-9FFD-05D4C020199E}"/>
    <dgm:cxn modelId="{B44802CC-8F00-42C2-9F14-107CE5EAD8A8}" type="presOf" srcId="{3F378E98-4217-47A9-8134-DE6C3ABFE041}" destId="{E073A826-7D3A-44DE-9A23-19A6213A5DC9}" srcOrd="0" destOrd="0" presId="urn:microsoft.com/office/officeart/2005/8/layout/hList1"/>
    <dgm:cxn modelId="{B50ED5CE-78CA-4389-A742-FD1B450B9D53}" type="presOf" srcId="{25E771E7-8CF7-4491-9507-55BFE693DC7B}" destId="{53A970A0-87A4-4055-8444-4B32FD55679F}" srcOrd="0" destOrd="0" presId="urn:microsoft.com/office/officeart/2005/8/layout/hList1"/>
    <dgm:cxn modelId="{3C17FCFF-E24B-41C9-B3DE-023A44507C39}" type="presOf" srcId="{EB81D1D4-3A06-49A6-9CBB-2A11D66B1783}" destId="{30479C4D-92A7-4148-A954-1F753DC42CF3}" srcOrd="0" destOrd="0" presId="urn:microsoft.com/office/officeart/2005/8/layout/hList1"/>
    <dgm:cxn modelId="{2305B216-DFE0-4EFF-B8E7-4718C273C08E}" type="presParOf" srcId="{C8FC339E-39F6-4A89-A23A-68C3243C6B19}" destId="{EBFEB845-6A67-41B7-8C99-698054EAA819}" srcOrd="0" destOrd="0" presId="urn:microsoft.com/office/officeart/2005/8/layout/hList1"/>
    <dgm:cxn modelId="{E68C75C8-C8B6-4A60-999B-8D47840CE5E4}" type="presParOf" srcId="{EBFEB845-6A67-41B7-8C99-698054EAA819}" destId="{5ACDDD2E-A6DA-4B3F-B366-D8D165C71718}" srcOrd="0" destOrd="0" presId="urn:microsoft.com/office/officeart/2005/8/layout/hList1"/>
    <dgm:cxn modelId="{D5C4C7F3-D533-4CCE-96E3-A11C2D310B12}" type="presParOf" srcId="{EBFEB845-6A67-41B7-8C99-698054EAA819}" destId="{3232D775-33ED-44BE-9665-D5F655F5DD13}" srcOrd="1" destOrd="0" presId="urn:microsoft.com/office/officeart/2005/8/layout/hList1"/>
    <dgm:cxn modelId="{06F9FD94-9AFD-48B6-A451-6BED3C60D85C}" type="presParOf" srcId="{C8FC339E-39F6-4A89-A23A-68C3243C6B19}" destId="{E46F1BC2-7F93-4942-ABBC-8E185A413E0F}" srcOrd="1" destOrd="0" presId="urn:microsoft.com/office/officeart/2005/8/layout/hList1"/>
    <dgm:cxn modelId="{CA4D84CC-3BF3-4281-A512-1134C92A750E}" type="presParOf" srcId="{C8FC339E-39F6-4A89-A23A-68C3243C6B19}" destId="{37880899-2C43-4D97-BF52-758832B5C284}" srcOrd="2" destOrd="0" presId="urn:microsoft.com/office/officeart/2005/8/layout/hList1"/>
    <dgm:cxn modelId="{FA7FCE42-0663-4698-B626-513DB12B1C0E}" type="presParOf" srcId="{37880899-2C43-4D97-BF52-758832B5C284}" destId="{6DDDB16E-5E89-49FF-9D69-F27857F51C56}" srcOrd="0" destOrd="0" presId="urn:microsoft.com/office/officeart/2005/8/layout/hList1"/>
    <dgm:cxn modelId="{760938FB-49AA-4064-B170-C6D3A3D985FB}" type="presParOf" srcId="{37880899-2C43-4D97-BF52-758832B5C284}" destId="{E073A826-7D3A-44DE-9A23-19A6213A5DC9}" srcOrd="1" destOrd="0" presId="urn:microsoft.com/office/officeart/2005/8/layout/hList1"/>
    <dgm:cxn modelId="{013509C2-4190-4EF9-92FC-E3743D944723}" type="presParOf" srcId="{C8FC339E-39F6-4A89-A23A-68C3243C6B19}" destId="{AD9D20B1-156B-4320-90B2-6286559CB540}" srcOrd="3" destOrd="0" presId="urn:microsoft.com/office/officeart/2005/8/layout/hList1"/>
    <dgm:cxn modelId="{8420CB89-71BE-423E-A343-058044353C80}" type="presParOf" srcId="{C8FC339E-39F6-4A89-A23A-68C3243C6B19}" destId="{6D880849-3CF4-4B9A-AA3D-2012E655E86C}" srcOrd="4" destOrd="0" presId="urn:microsoft.com/office/officeart/2005/8/layout/hList1"/>
    <dgm:cxn modelId="{112EC34B-D6D1-4A2B-8605-C9B4B5977A97}" type="presParOf" srcId="{6D880849-3CF4-4B9A-AA3D-2012E655E86C}" destId="{53A970A0-87A4-4055-8444-4B32FD55679F}" srcOrd="0" destOrd="0" presId="urn:microsoft.com/office/officeart/2005/8/layout/hList1"/>
    <dgm:cxn modelId="{B2B71DB9-19A2-4D75-B2E1-05D79C43FB80}" type="presParOf" srcId="{6D880849-3CF4-4B9A-AA3D-2012E655E86C}" destId="{30479C4D-92A7-4148-A954-1F753DC42CF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DDD2E-A6DA-4B3F-B366-D8D165C71718}">
      <dsp:nvSpPr>
        <dsp:cNvPr id="0" name=""/>
        <dsp:cNvSpPr/>
      </dsp:nvSpPr>
      <dsp:spPr>
        <a:xfrm>
          <a:off x="3486" y="654"/>
          <a:ext cx="3399383" cy="1359753"/>
        </a:xfrm>
        <a:prstGeom prst="rect">
          <a:avLst/>
        </a:prstGeom>
        <a:solidFill>
          <a:schemeClr val="accent3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rtlCol="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200" b="1" kern="1200" dirty="0" err="1">
              <a:solidFill>
                <a:schemeClr val="tx1"/>
              </a:solidFill>
            </a:rPr>
            <a:t>Zustand</a:t>
          </a:r>
          <a:endParaRPr lang="pl-PL" sz="3200" b="1" kern="1200" noProof="0" dirty="0">
            <a:solidFill>
              <a:schemeClr val="tx1"/>
            </a:solidFill>
            <a:latin typeface="+mj-lt"/>
          </a:endParaRPr>
        </a:p>
      </dsp:txBody>
      <dsp:txXfrm>
        <a:off x="3486" y="654"/>
        <a:ext cx="3399383" cy="1359753"/>
      </dsp:txXfrm>
    </dsp:sp>
    <dsp:sp modelId="{3232D775-33ED-44BE-9665-D5F655F5DD13}">
      <dsp:nvSpPr>
        <dsp:cNvPr id="0" name=""/>
        <dsp:cNvSpPr/>
      </dsp:nvSpPr>
      <dsp:spPr>
        <a:xfrm>
          <a:off x="3486" y="1360407"/>
          <a:ext cx="3399383" cy="241559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rtlCol="0" anchor="t" anchorCtr="0">
          <a:noAutofit/>
        </a:bodyPr>
        <a:lstStyle/>
        <a:p>
          <a:pPr marL="0" lvl="1" indent="-228600" algn="l" defTabSz="10668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pl-PL" sz="2400" kern="1200" dirty="0"/>
            <a:t>Brak </a:t>
          </a:r>
          <a:r>
            <a:rPr lang="pl-PL" sz="2400" kern="1200" dirty="0" err="1"/>
            <a:t>providerów</a:t>
          </a:r>
          <a:r>
            <a:rPr lang="pl-PL" sz="2400" kern="1200" dirty="0"/>
            <a:t> (nie oplatasz aplikacji), oparty na </a:t>
          </a:r>
          <a:r>
            <a:rPr lang="pl-PL" sz="2400" kern="1200" dirty="0" err="1"/>
            <a:t>hookach</a:t>
          </a:r>
          <a:r>
            <a:rPr lang="pl-PL" sz="2400" kern="1200" dirty="0"/>
            <a:t>, bardzo lekki (~1KB).</a:t>
          </a:r>
          <a:endParaRPr lang="pl-PL" sz="2400" kern="1200" noProof="0" dirty="0">
            <a:latin typeface="Calibri" panose="020F0502020204030204" pitchFamily="34" charset="0"/>
          </a:endParaRPr>
        </a:p>
      </dsp:txBody>
      <dsp:txXfrm>
        <a:off x="3486" y="1360407"/>
        <a:ext cx="3399383" cy="2415599"/>
      </dsp:txXfrm>
    </dsp:sp>
    <dsp:sp modelId="{6DDDB16E-5E89-49FF-9D69-F27857F51C56}">
      <dsp:nvSpPr>
        <dsp:cNvPr id="0" name=""/>
        <dsp:cNvSpPr/>
      </dsp:nvSpPr>
      <dsp:spPr>
        <a:xfrm>
          <a:off x="3878783" y="654"/>
          <a:ext cx="3399383" cy="1359753"/>
        </a:xfrm>
        <a:prstGeom prst="rect">
          <a:avLst/>
        </a:prstGeom>
        <a:solidFill>
          <a:schemeClr val="accent1">
            <a:alpha val="2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rtlCol="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200" b="1" kern="1200" dirty="0" err="1">
              <a:solidFill>
                <a:schemeClr val="tx1"/>
              </a:solidFill>
            </a:rPr>
            <a:t>Redux</a:t>
          </a:r>
          <a:r>
            <a:rPr lang="pl-PL" sz="3200" b="1" kern="1200" dirty="0">
              <a:solidFill>
                <a:schemeClr val="tx1"/>
              </a:solidFill>
            </a:rPr>
            <a:t> Toolkit</a:t>
          </a:r>
          <a:endParaRPr lang="pl-PL" sz="3200" b="1" kern="1200" noProof="0" dirty="0">
            <a:solidFill>
              <a:schemeClr val="tx1"/>
            </a:solidFill>
            <a:latin typeface="+mj-lt"/>
          </a:endParaRPr>
        </a:p>
      </dsp:txBody>
      <dsp:txXfrm>
        <a:off x="3878783" y="654"/>
        <a:ext cx="3399383" cy="1359753"/>
      </dsp:txXfrm>
    </dsp:sp>
    <dsp:sp modelId="{E073A826-7D3A-44DE-9A23-19A6213A5DC9}">
      <dsp:nvSpPr>
        <dsp:cNvPr id="0" name=""/>
        <dsp:cNvSpPr/>
      </dsp:nvSpPr>
      <dsp:spPr>
        <a:xfrm>
          <a:off x="3878783" y="1360407"/>
          <a:ext cx="3399383" cy="2415599"/>
        </a:xfrm>
        <a:prstGeom prst="rect">
          <a:avLst/>
        </a:prstGeom>
        <a:solidFill>
          <a:schemeClr val="accent5">
            <a:tint val="40000"/>
            <a:alpha val="90000"/>
            <a:hueOff val="-2537466"/>
            <a:satOff val="-30391"/>
            <a:lumOff val="-285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537466"/>
              <a:satOff val="-30391"/>
              <a:lumOff val="-28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rtlCol="0" anchor="t" anchorCtr="0">
          <a:noAutofit/>
        </a:bodyPr>
        <a:lstStyle/>
        <a:p>
          <a:pPr marL="0" lvl="1" indent="-228600" algn="l" defTabSz="10668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pl-PL" sz="2400" kern="1200" dirty="0"/>
            <a:t>Potężny, ale wymaga dużo "</a:t>
          </a:r>
          <a:r>
            <a:rPr lang="pl-PL" sz="2400" kern="1200" dirty="0" err="1"/>
            <a:t>boilerplate'u</a:t>
          </a:r>
          <a:r>
            <a:rPr lang="pl-PL" sz="2400" kern="1200" dirty="0"/>
            <a:t>" (dużo pisania kodu na start).</a:t>
          </a:r>
          <a:endParaRPr lang="pl-PL" sz="2400" kern="1200" noProof="0" dirty="0">
            <a:solidFill>
              <a:schemeClr val="tx1"/>
            </a:solidFill>
            <a:latin typeface="Calibri" panose="020F0502020204030204" pitchFamily="34" charset="0"/>
          </a:endParaRPr>
        </a:p>
      </dsp:txBody>
      <dsp:txXfrm>
        <a:off x="3878783" y="1360407"/>
        <a:ext cx="3399383" cy="2415599"/>
      </dsp:txXfrm>
    </dsp:sp>
    <dsp:sp modelId="{53A970A0-87A4-4055-8444-4B32FD55679F}">
      <dsp:nvSpPr>
        <dsp:cNvPr id="0" name=""/>
        <dsp:cNvSpPr/>
      </dsp:nvSpPr>
      <dsp:spPr>
        <a:xfrm>
          <a:off x="7754080" y="654"/>
          <a:ext cx="3399383" cy="1359753"/>
        </a:xfrm>
        <a:prstGeom prst="rect">
          <a:avLst/>
        </a:prstGeom>
        <a:solidFill>
          <a:schemeClr val="accent1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200" b="1" kern="1200" noProof="0" dirty="0" err="1">
              <a:solidFill>
                <a:schemeClr val="tx1"/>
              </a:solidFill>
              <a:latin typeface="+mj-lt"/>
            </a:rPr>
            <a:t>Jotai</a:t>
          </a:r>
          <a:endParaRPr lang="pl-PL" sz="3200" b="1" kern="1200" noProof="0" dirty="0">
            <a:solidFill>
              <a:schemeClr val="tx1"/>
            </a:solidFill>
            <a:latin typeface="+mj-lt"/>
          </a:endParaRPr>
        </a:p>
      </dsp:txBody>
      <dsp:txXfrm>
        <a:off x="7754080" y="654"/>
        <a:ext cx="3399383" cy="1359753"/>
      </dsp:txXfrm>
    </dsp:sp>
    <dsp:sp modelId="{30479C4D-92A7-4148-A954-1F753DC42CF3}">
      <dsp:nvSpPr>
        <dsp:cNvPr id="0" name=""/>
        <dsp:cNvSpPr/>
      </dsp:nvSpPr>
      <dsp:spPr>
        <a:xfrm>
          <a:off x="7754080" y="1360407"/>
          <a:ext cx="3399383" cy="2415599"/>
        </a:xfrm>
        <a:prstGeom prst="rect">
          <a:avLst/>
        </a:prstGeom>
        <a:solidFill>
          <a:schemeClr val="accent5">
            <a:tint val="40000"/>
            <a:alpha val="90000"/>
            <a:hueOff val="-5074933"/>
            <a:satOff val="-60782"/>
            <a:lumOff val="-571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074933"/>
              <a:satOff val="-60782"/>
              <a:lumOff val="-57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rtlCol="0" anchor="t" anchorCtr="0">
          <a:noAutofit/>
        </a:bodyPr>
        <a:lstStyle/>
        <a:p>
          <a:pPr marL="0" lvl="1" indent="-228600" algn="l" defTabSz="1066800" rtl="0">
            <a:lnSpc>
              <a:spcPct val="10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pl-PL" sz="2400" kern="1200" noProof="0" dirty="0">
              <a:latin typeface="Calibri" panose="020F0502020204030204" pitchFamily="34" charset="0"/>
            </a:rPr>
            <a:t>Zbudowany z małych</a:t>
          </a:r>
          <a:r>
            <a:rPr lang="pl-PL" sz="2400" b="0" i="0" kern="1200" dirty="0"/>
            <a:t>, niezależnych atomów (atom()), które można łączyć.</a:t>
          </a:r>
          <a:endParaRPr lang="pl-PL" sz="2400" kern="1200" noProof="0" dirty="0">
            <a:latin typeface="Calibri" panose="020F0502020204030204" pitchFamily="34" charset="0"/>
          </a:endParaRPr>
        </a:p>
      </dsp:txBody>
      <dsp:txXfrm>
        <a:off x="7754080" y="1360407"/>
        <a:ext cx="3399383" cy="24155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35F37830-0032-42FE-BB7D-4D0AEAE76A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E6D4F4FE-5BC5-49AA-86B9-F831689708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1B7CBDB-DB1E-43A6-BE67-609D9DACCE3E}" type="datetime1">
              <a:rPr lang="pl-PL" smtClean="0"/>
              <a:t>24.04.2026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8B6F02CC-5414-4BB2-A7DD-9EF9BB13A4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5E891B5D-A255-454F-9ABC-4D3310921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F5B3D83-8D1A-4DFC-A85C-775CC8A1994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07771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CCFF3-92E4-452B-AAFA-B33EA14F2CD5}" type="datetime1">
              <a:rPr lang="pl-PL" noProof="0" smtClean="0"/>
              <a:pPr/>
              <a:t>24.04.2026</a:t>
            </a:fld>
            <a:endParaRPr lang="pl-PL" noProof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6702109-9DB5-4930-9529-97D0F7F71D9D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045455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6702109-9DB5-4930-9529-97D0F7F71D9D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98254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DA29696-2BE8-442F-AE32-06B5202A784A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3980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DA29696-2BE8-442F-AE32-06B5202A784A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3980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6702109-9DB5-4930-9529-97D0F7F71D9D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1636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85D185-D876-4A4B-A351-E623992245C2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86209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69EBA-AC4C-E496-9172-8C12402C6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E3D76C81-422C-C358-7306-1EEA06F08D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ECC6B21B-21BA-C82E-6D7B-40CA274C3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B52EDA71-7272-5D0C-4836-C78A316B7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DA29696-2BE8-442F-AE32-06B5202A784A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2970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6BD50-1DF7-2830-23F2-62EEA0848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9730387B-112F-1095-2E4A-57CE9983E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9AFA3BBE-7A44-2E35-F348-24EC7572C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56C34771-0E05-4E68-478A-716391B93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DA29696-2BE8-442F-AE32-06B5202A784A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9584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483AA-F7FF-1A5B-2E86-AEB209B2B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24AE5B0E-8838-4632-75D0-C9D825F4C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FD645956-69BD-51B2-6E85-48DC603EB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84EE6B4A-8494-5EF2-28E3-FE6D920A3C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DA29696-2BE8-442F-AE32-06B5202A784A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4791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7B14-59AF-153C-DF32-299AA9DE3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1FE75494-08CB-9810-4986-CB75C13E4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F18DB846-01F0-D07E-B4B8-8EF44EA72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CEA7CCFB-573C-C024-BDF2-783E6999E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DA29696-2BE8-442F-AE32-06B5202A784A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30365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7FF47-FC11-46E7-F14D-5EF1ADC74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75C0B0FD-8324-4C37-E407-C1801DEB7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319D0B9A-9D1D-F3C4-D450-246A41768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7ABF13BB-929A-1B16-FA0F-48BC7FD65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DA29696-2BE8-442F-AE32-06B5202A784A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7390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85D185-D876-4A4B-A351-E623992245C2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89707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EE85D185-D876-4A4B-A351-E623992245C2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0189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ytuł 1">
            <a:extLst>
              <a:ext uri="{FF2B5EF4-FFF2-40B4-BE49-F238E27FC236}">
                <a16:creationId xmlns:a16="http://schemas.microsoft.com/office/drawing/2014/main" id="{D1C27E24-5B5B-4605-9165-13141795F0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672869"/>
            <a:ext cx="12191998" cy="3200134"/>
          </a:xfrm>
          <a:custGeom>
            <a:avLst/>
            <a:gdLst>
              <a:gd name="connsiteX0" fmla="*/ 0 w 12191998"/>
              <a:gd name="connsiteY0" fmla="*/ 0 h 2476346"/>
              <a:gd name="connsiteX1" fmla="*/ 12191998 w 12191998"/>
              <a:gd name="connsiteY1" fmla="*/ 0 h 2476346"/>
              <a:gd name="connsiteX2" fmla="*/ 12191998 w 12191998"/>
              <a:gd name="connsiteY2" fmla="*/ 2476346 h 2476346"/>
              <a:gd name="connsiteX3" fmla="*/ 0 w 12191998"/>
              <a:gd name="connsiteY3" fmla="*/ 2476346 h 2476346"/>
              <a:gd name="connsiteX4" fmla="*/ 0 w 12191998"/>
              <a:gd name="connsiteY4" fmla="*/ 0 h 2476346"/>
              <a:gd name="connsiteX0" fmla="*/ 0 w 12191998"/>
              <a:gd name="connsiteY0" fmla="*/ 0 h 2721443"/>
              <a:gd name="connsiteX1" fmla="*/ 12191998 w 12191998"/>
              <a:gd name="connsiteY1" fmla="*/ 245097 h 2721443"/>
              <a:gd name="connsiteX2" fmla="*/ 12191998 w 12191998"/>
              <a:gd name="connsiteY2" fmla="*/ 2721443 h 2721443"/>
              <a:gd name="connsiteX3" fmla="*/ 0 w 12191998"/>
              <a:gd name="connsiteY3" fmla="*/ 2721443 h 2721443"/>
              <a:gd name="connsiteX4" fmla="*/ 0 w 12191998"/>
              <a:gd name="connsiteY4" fmla="*/ 0 h 2721443"/>
              <a:gd name="connsiteX0" fmla="*/ 0 w 12191998"/>
              <a:gd name="connsiteY0" fmla="*/ 36125 h 2757568"/>
              <a:gd name="connsiteX1" fmla="*/ 12191998 w 12191998"/>
              <a:gd name="connsiteY1" fmla="*/ 281222 h 2757568"/>
              <a:gd name="connsiteX2" fmla="*/ 12191998 w 12191998"/>
              <a:gd name="connsiteY2" fmla="*/ 2757568 h 2757568"/>
              <a:gd name="connsiteX3" fmla="*/ 0 w 12191998"/>
              <a:gd name="connsiteY3" fmla="*/ 2757568 h 2757568"/>
              <a:gd name="connsiteX4" fmla="*/ 0 w 12191998"/>
              <a:gd name="connsiteY4" fmla="*/ 36125 h 2757568"/>
              <a:gd name="connsiteX0" fmla="*/ 0 w 12191998"/>
              <a:gd name="connsiteY0" fmla="*/ 0 h 2721443"/>
              <a:gd name="connsiteX1" fmla="*/ 12191998 w 12191998"/>
              <a:gd name="connsiteY1" fmla="*/ 245097 h 2721443"/>
              <a:gd name="connsiteX2" fmla="*/ 12191998 w 12191998"/>
              <a:gd name="connsiteY2" fmla="*/ 2721443 h 2721443"/>
              <a:gd name="connsiteX3" fmla="*/ 0 w 12191998"/>
              <a:gd name="connsiteY3" fmla="*/ 2721443 h 2721443"/>
              <a:gd name="connsiteX4" fmla="*/ 0 w 12191998"/>
              <a:gd name="connsiteY4" fmla="*/ 0 h 2721443"/>
              <a:gd name="connsiteX0" fmla="*/ 0 w 12191998"/>
              <a:gd name="connsiteY0" fmla="*/ 0 h 2721443"/>
              <a:gd name="connsiteX1" fmla="*/ 12191998 w 12191998"/>
              <a:gd name="connsiteY1" fmla="*/ 245097 h 2721443"/>
              <a:gd name="connsiteX2" fmla="*/ 12191998 w 12191998"/>
              <a:gd name="connsiteY2" fmla="*/ 2721443 h 2721443"/>
              <a:gd name="connsiteX3" fmla="*/ 0 w 12191998"/>
              <a:gd name="connsiteY3" fmla="*/ 2721443 h 2721443"/>
              <a:gd name="connsiteX4" fmla="*/ 0 w 12191998"/>
              <a:gd name="connsiteY4" fmla="*/ 0 h 2721443"/>
              <a:gd name="connsiteX0" fmla="*/ 0 w 12191998"/>
              <a:gd name="connsiteY0" fmla="*/ 0 h 2721443"/>
              <a:gd name="connsiteX1" fmla="*/ 12191998 w 12191998"/>
              <a:gd name="connsiteY1" fmla="*/ 245097 h 2721443"/>
              <a:gd name="connsiteX2" fmla="*/ 12191998 w 12191998"/>
              <a:gd name="connsiteY2" fmla="*/ 2721443 h 2721443"/>
              <a:gd name="connsiteX3" fmla="*/ 0 w 12191998"/>
              <a:gd name="connsiteY3" fmla="*/ 2721443 h 2721443"/>
              <a:gd name="connsiteX4" fmla="*/ 0 w 12191998"/>
              <a:gd name="connsiteY4" fmla="*/ 0 h 2721443"/>
              <a:gd name="connsiteX0" fmla="*/ 0 w 12191998"/>
              <a:gd name="connsiteY0" fmla="*/ 403170 h 3124613"/>
              <a:gd name="connsiteX1" fmla="*/ 6591300 w 12191998"/>
              <a:gd name="connsiteY1" fmla="*/ 15890 h 3124613"/>
              <a:gd name="connsiteX2" fmla="*/ 12191998 w 12191998"/>
              <a:gd name="connsiteY2" fmla="*/ 648267 h 3124613"/>
              <a:gd name="connsiteX3" fmla="*/ 12191998 w 12191998"/>
              <a:gd name="connsiteY3" fmla="*/ 3124613 h 3124613"/>
              <a:gd name="connsiteX4" fmla="*/ 0 w 12191998"/>
              <a:gd name="connsiteY4" fmla="*/ 3124613 h 3124613"/>
              <a:gd name="connsiteX5" fmla="*/ 0 w 12191998"/>
              <a:gd name="connsiteY5" fmla="*/ 403170 h 3124613"/>
              <a:gd name="connsiteX0" fmla="*/ 0 w 12191998"/>
              <a:gd name="connsiteY0" fmla="*/ 387280 h 3108723"/>
              <a:gd name="connsiteX1" fmla="*/ 6591300 w 12191998"/>
              <a:gd name="connsiteY1" fmla="*/ 0 h 3108723"/>
              <a:gd name="connsiteX2" fmla="*/ 12191998 w 12191998"/>
              <a:gd name="connsiteY2" fmla="*/ 632377 h 3108723"/>
              <a:gd name="connsiteX3" fmla="*/ 12191998 w 12191998"/>
              <a:gd name="connsiteY3" fmla="*/ 3108723 h 3108723"/>
              <a:gd name="connsiteX4" fmla="*/ 0 w 12191998"/>
              <a:gd name="connsiteY4" fmla="*/ 3108723 h 3108723"/>
              <a:gd name="connsiteX5" fmla="*/ 0 w 12191998"/>
              <a:gd name="connsiteY5" fmla="*/ 387280 h 3108723"/>
              <a:gd name="connsiteX0" fmla="*/ 0 w 12191998"/>
              <a:gd name="connsiteY0" fmla="*/ 387280 h 3108723"/>
              <a:gd name="connsiteX1" fmla="*/ 6591300 w 12191998"/>
              <a:gd name="connsiteY1" fmla="*/ 0 h 3108723"/>
              <a:gd name="connsiteX2" fmla="*/ 12191998 w 12191998"/>
              <a:gd name="connsiteY2" fmla="*/ 632377 h 3108723"/>
              <a:gd name="connsiteX3" fmla="*/ 12191998 w 12191998"/>
              <a:gd name="connsiteY3" fmla="*/ 3108723 h 3108723"/>
              <a:gd name="connsiteX4" fmla="*/ 0 w 12191998"/>
              <a:gd name="connsiteY4" fmla="*/ 3108723 h 3108723"/>
              <a:gd name="connsiteX5" fmla="*/ 0 w 12191998"/>
              <a:gd name="connsiteY5" fmla="*/ 387280 h 3108723"/>
              <a:gd name="connsiteX0" fmla="*/ 0 w 12191998"/>
              <a:gd name="connsiteY0" fmla="*/ 387280 h 3108723"/>
              <a:gd name="connsiteX1" fmla="*/ 6591300 w 12191998"/>
              <a:gd name="connsiteY1" fmla="*/ 0 h 3108723"/>
              <a:gd name="connsiteX2" fmla="*/ 12191998 w 12191998"/>
              <a:gd name="connsiteY2" fmla="*/ 632377 h 3108723"/>
              <a:gd name="connsiteX3" fmla="*/ 12191998 w 12191998"/>
              <a:gd name="connsiteY3" fmla="*/ 3108723 h 3108723"/>
              <a:gd name="connsiteX4" fmla="*/ 0 w 12191998"/>
              <a:gd name="connsiteY4" fmla="*/ 3108723 h 3108723"/>
              <a:gd name="connsiteX5" fmla="*/ 0 w 12191998"/>
              <a:gd name="connsiteY5" fmla="*/ 387280 h 3108723"/>
              <a:gd name="connsiteX0" fmla="*/ 0 w 12191998"/>
              <a:gd name="connsiteY0" fmla="*/ 387280 h 3108723"/>
              <a:gd name="connsiteX1" fmla="*/ 6591300 w 12191998"/>
              <a:gd name="connsiteY1" fmla="*/ 0 h 3108723"/>
              <a:gd name="connsiteX2" fmla="*/ 12191998 w 12191998"/>
              <a:gd name="connsiteY2" fmla="*/ 632377 h 3108723"/>
              <a:gd name="connsiteX3" fmla="*/ 12191998 w 12191998"/>
              <a:gd name="connsiteY3" fmla="*/ 3108723 h 3108723"/>
              <a:gd name="connsiteX4" fmla="*/ 0 w 12191998"/>
              <a:gd name="connsiteY4" fmla="*/ 3108723 h 3108723"/>
              <a:gd name="connsiteX5" fmla="*/ 0 w 12191998"/>
              <a:gd name="connsiteY5" fmla="*/ 387280 h 3108723"/>
              <a:gd name="connsiteX0" fmla="*/ 0 w 12191998"/>
              <a:gd name="connsiteY0" fmla="*/ 387280 h 3108723"/>
              <a:gd name="connsiteX1" fmla="*/ 6591300 w 12191998"/>
              <a:gd name="connsiteY1" fmla="*/ 0 h 3108723"/>
              <a:gd name="connsiteX2" fmla="*/ 12191998 w 12191998"/>
              <a:gd name="connsiteY2" fmla="*/ 632377 h 3108723"/>
              <a:gd name="connsiteX3" fmla="*/ 12191998 w 12191998"/>
              <a:gd name="connsiteY3" fmla="*/ 3108723 h 3108723"/>
              <a:gd name="connsiteX4" fmla="*/ 0 w 12191998"/>
              <a:gd name="connsiteY4" fmla="*/ 3108723 h 3108723"/>
              <a:gd name="connsiteX5" fmla="*/ 0 w 12191998"/>
              <a:gd name="connsiteY5" fmla="*/ 387280 h 3108723"/>
              <a:gd name="connsiteX0" fmla="*/ 0 w 12191998"/>
              <a:gd name="connsiteY0" fmla="*/ 530729 h 3252172"/>
              <a:gd name="connsiteX1" fmla="*/ 6591300 w 12191998"/>
              <a:gd name="connsiteY1" fmla="*/ 143449 h 3252172"/>
              <a:gd name="connsiteX2" fmla="*/ 12191998 w 12191998"/>
              <a:gd name="connsiteY2" fmla="*/ 189086 h 3252172"/>
              <a:gd name="connsiteX3" fmla="*/ 12191998 w 12191998"/>
              <a:gd name="connsiteY3" fmla="*/ 3252172 h 3252172"/>
              <a:gd name="connsiteX4" fmla="*/ 0 w 12191998"/>
              <a:gd name="connsiteY4" fmla="*/ 3252172 h 3252172"/>
              <a:gd name="connsiteX5" fmla="*/ 0 w 12191998"/>
              <a:gd name="connsiteY5" fmla="*/ 530729 h 3252172"/>
              <a:gd name="connsiteX0" fmla="*/ 0 w 12191998"/>
              <a:gd name="connsiteY0" fmla="*/ 387280 h 3108723"/>
              <a:gd name="connsiteX1" fmla="*/ 6591300 w 12191998"/>
              <a:gd name="connsiteY1" fmla="*/ 0 h 3108723"/>
              <a:gd name="connsiteX2" fmla="*/ 12191998 w 12191998"/>
              <a:gd name="connsiteY2" fmla="*/ 45637 h 3108723"/>
              <a:gd name="connsiteX3" fmla="*/ 12191998 w 12191998"/>
              <a:gd name="connsiteY3" fmla="*/ 3108723 h 3108723"/>
              <a:gd name="connsiteX4" fmla="*/ 0 w 12191998"/>
              <a:gd name="connsiteY4" fmla="*/ 3108723 h 3108723"/>
              <a:gd name="connsiteX5" fmla="*/ 0 w 12191998"/>
              <a:gd name="connsiteY5" fmla="*/ 387280 h 3108723"/>
              <a:gd name="connsiteX0" fmla="*/ 0 w 12191998"/>
              <a:gd name="connsiteY0" fmla="*/ 405622 h 3127065"/>
              <a:gd name="connsiteX1" fmla="*/ 6591300 w 12191998"/>
              <a:gd name="connsiteY1" fmla="*/ 18342 h 3127065"/>
              <a:gd name="connsiteX2" fmla="*/ 12191998 w 12191998"/>
              <a:gd name="connsiteY2" fmla="*/ 63979 h 3127065"/>
              <a:gd name="connsiteX3" fmla="*/ 12191998 w 12191998"/>
              <a:gd name="connsiteY3" fmla="*/ 3127065 h 3127065"/>
              <a:gd name="connsiteX4" fmla="*/ 0 w 12191998"/>
              <a:gd name="connsiteY4" fmla="*/ 3127065 h 3127065"/>
              <a:gd name="connsiteX5" fmla="*/ 0 w 12191998"/>
              <a:gd name="connsiteY5" fmla="*/ 405622 h 3127065"/>
              <a:gd name="connsiteX0" fmla="*/ 0 w 12191998"/>
              <a:gd name="connsiteY0" fmla="*/ 478691 h 3200134"/>
              <a:gd name="connsiteX1" fmla="*/ 6591300 w 12191998"/>
              <a:gd name="connsiteY1" fmla="*/ 91411 h 3200134"/>
              <a:gd name="connsiteX2" fmla="*/ 12191998 w 12191998"/>
              <a:gd name="connsiteY2" fmla="*/ 137048 h 3200134"/>
              <a:gd name="connsiteX3" fmla="*/ 12191998 w 12191998"/>
              <a:gd name="connsiteY3" fmla="*/ 3200134 h 3200134"/>
              <a:gd name="connsiteX4" fmla="*/ 0 w 12191998"/>
              <a:gd name="connsiteY4" fmla="*/ 3200134 h 3200134"/>
              <a:gd name="connsiteX5" fmla="*/ 0 w 12191998"/>
              <a:gd name="connsiteY5" fmla="*/ 478691 h 3200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8" h="3200134">
                <a:moveTo>
                  <a:pt x="0" y="478691"/>
                </a:moveTo>
                <a:cubicBezTo>
                  <a:pt x="1786890" y="448251"/>
                  <a:pt x="2044700" y="530622"/>
                  <a:pt x="6591300" y="91411"/>
                </a:cubicBezTo>
                <a:cubicBezTo>
                  <a:pt x="8577580" y="-65860"/>
                  <a:pt x="10438128" y="-72"/>
                  <a:pt x="12191998" y="137048"/>
                </a:cubicBezTo>
                <a:lnTo>
                  <a:pt x="12191998" y="3200134"/>
                </a:lnTo>
                <a:lnTo>
                  <a:pt x="0" y="3200134"/>
                </a:lnTo>
                <a:lnTo>
                  <a:pt x="0" y="478691"/>
                </a:lnTo>
                <a:close/>
              </a:path>
            </a:pathLst>
          </a:custGeom>
          <a:solidFill>
            <a:schemeClr val="accent5"/>
          </a:solidFill>
          <a:ln w="22225">
            <a:noFill/>
          </a:ln>
        </p:spPr>
        <p:txBody>
          <a:bodyPr lIns="182880" tIns="0" rtlCol="0" anchor="ctr"/>
          <a:lstStyle>
            <a:lvl1pPr marL="731520" algn="l">
              <a:lnSpc>
                <a:spcPct val="100000"/>
              </a:lnSpc>
              <a:spcBef>
                <a:spcPts val="800"/>
              </a:spcBef>
              <a:defRPr sz="5400"/>
            </a:lvl1pPr>
          </a:lstStyle>
          <a:p>
            <a:pPr rtl="0"/>
            <a:r>
              <a:rPr lang="pl-PL" noProof="0"/>
              <a:t>Kliknij, aby nadać tytuł</a:t>
            </a:r>
          </a:p>
        </p:txBody>
      </p:sp>
      <p:sp>
        <p:nvSpPr>
          <p:cNvPr id="6" name="Obraz — symbol zastępczy 5">
            <a:extLst>
              <a:ext uri="{FF2B5EF4-FFF2-40B4-BE49-F238E27FC236}">
                <a16:creationId xmlns:a16="http://schemas.microsoft.com/office/drawing/2014/main" id="{B290432B-E439-40FF-A9AA-F20D8672B1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8" cy="4151560"/>
          </a:xfrm>
          <a:custGeom>
            <a:avLst/>
            <a:gdLst>
              <a:gd name="connsiteX0" fmla="*/ 0 w 12191998"/>
              <a:gd name="connsiteY0" fmla="*/ 0 h 4151560"/>
              <a:gd name="connsiteX1" fmla="*/ 12191998 w 12191998"/>
              <a:gd name="connsiteY1" fmla="*/ 0 h 4151560"/>
              <a:gd name="connsiteX2" fmla="*/ 12191998 w 12191998"/>
              <a:gd name="connsiteY2" fmla="*/ 3809917 h 4151560"/>
              <a:gd name="connsiteX3" fmla="*/ 6591300 w 12191998"/>
              <a:gd name="connsiteY3" fmla="*/ 3764280 h 4151560"/>
              <a:gd name="connsiteX4" fmla="*/ 0 w 12191998"/>
              <a:gd name="connsiteY4" fmla="*/ 4151560 h 415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1998" h="4151560">
                <a:moveTo>
                  <a:pt x="0" y="0"/>
                </a:moveTo>
                <a:lnTo>
                  <a:pt x="12191998" y="0"/>
                </a:lnTo>
                <a:lnTo>
                  <a:pt x="12191998" y="3809917"/>
                </a:lnTo>
                <a:cubicBezTo>
                  <a:pt x="10438128" y="3672797"/>
                  <a:pt x="8577580" y="3607009"/>
                  <a:pt x="6591300" y="3764280"/>
                </a:cubicBezTo>
                <a:cubicBezTo>
                  <a:pt x="2044700" y="4203491"/>
                  <a:pt x="1786890" y="4121120"/>
                  <a:pt x="0" y="415156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solidFill>
                  <a:schemeClr val="accent5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pl-PL" noProof="0"/>
              <a:t>Wstaw zdjęcie tutaj</a:t>
            </a:r>
          </a:p>
        </p:txBody>
      </p:sp>
      <p:sp>
        <p:nvSpPr>
          <p:cNvPr id="13" name="Tekst — symbol zastępczy 7">
            <a:extLst>
              <a:ext uri="{FF2B5EF4-FFF2-40B4-BE49-F238E27FC236}">
                <a16:creationId xmlns:a16="http://schemas.microsoft.com/office/drawing/2014/main" id="{5FD77643-24B8-4D2F-9CCC-3BCE807F70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24800" y="4246790"/>
            <a:ext cx="3581400" cy="2081213"/>
          </a:xfrm>
          <a:prstGeom prst="rect">
            <a:avLst/>
          </a:prstGeom>
        </p:spPr>
        <p:txBody>
          <a:bodyPr rtlCol="0" anchor="ctr"/>
          <a:lstStyle>
            <a:lvl1pPr marL="0" indent="0">
              <a:buNone/>
              <a:defRPr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</p:spTree>
    <p:extLst>
      <p:ext uri="{BB962C8B-B14F-4D97-AF65-F5344CB8AC3E}">
        <p14:creationId xmlns:p14="http://schemas.microsoft.com/office/powerpoint/2010/main" val="388626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spotka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Prostokąt 1">
            <a:extLst>
              <a:ext uri="{FF2B5EF4-FFF2-40B4-BE49-F238E27FC236}">
                <a16:creationId xmlns:a16="http://schemas.microsoft.com/office/drawing/2014/main" id="{0F25F0BC-3414-4A4E-82FD-7DE1761A5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5136E80E-F44A-4A08-AD5C-C4E6E83A7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Dowolny kształt: Kształt 3">
            <a:extLst>
              <a:ext uri="{FF2B5EF4-FFF2-40B4-BE49-F238E27FC236}">
                <a16:creationId xmlns:a16="http://schemas.microsoft.com/office/drawing/2014/main" id="{C4F02106-B95B-4137-ABA0-DE89F9345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3107" y="-6055"/>
            <a:ext cx="12185786" cy="2656696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rójkąt prostokątny 4">
            <a:extLst>
              <a:ext uri="{FF2B5EF4-FFF2-40B4-BE49-F238E27FC236}">
                <a16:creationId xmlns:a16="http://schemas.microsoft.com/office/drawing/2014/main" id="{86F50E1B-B981-4FF3-B7D0-ED31A0707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0000">
            <a:off x="-266903" y="3535448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6" name="Dowolny kształt: Kształt 5">
            <a:extLst>
              <a:ext uri="{FF2B5EF4-FFF2-40B4-BE49-F238E27FC236}">
                <a16:creationId xmlns:a16="http://schemas.microsoft.com/office/drawing/2014/main" id="{0AE35541-C201-4A8C-8E97-2CF46579A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273" y="5198354"/>
            <a:ext cx="2602925" cy="1671572"/>
          </a:xfrm>
          <a:custGeom>
            <a:avLst/>
            <a:gdLst>
              <a:gd name="connsiteX0" fmla="*/ 281723 w 2602925"/>
              <a:gd name="connsiteY0" fmla="*/ 0 h 1671572"/>
              <a:gd name="connsiteX1" fmla="*/ 2538665 w 2602925"/>
              <a:gd name="connsiteY1" fmla="*/ 1496001 h 1671572"/>
              <a:gd name="connsiteX2" fmla="*/ 2602925 w 2602925"/>
              <a:gd name="connsiteY2" fmla="*/ 1671572 h 1671572"/>
              <a:gd name="connsiteX3" fmla="*/ 1714953 w 2602925"/>
              <a:gd name="connsiteY3" fmla="*/ 1671572 h 1671572"/>
              <a:gd name="connsiteX4" fmla="*/ 1633707 w 2602925"/>
              <a:gd name="connsiteY4" fmla="*/ 1537837 h 1671572"/>
              <a:gd name="connsiteX5" fmla="*/ 281722 w 2602925"/>
              <a:gd name="connsiteY5" fmla="*/ 818992 h 1671572"/>
              <a:gd name="connsiteX6" fmla="*/ 115019 w 2602925"/>
              <a:gd name="connsiteY6" fmla="*/ 827410 h 1671572"/>
              <a:gd name="connsiteX7" fmla="*/ 0 w 2602925"/>
              <a:gd name="connsiteY7" fmla="*/ 844964 h 1671572"/>
              <a:gd name="connsiteX8" fmla="*/ 0 w 2602925"/>
              <a:gd name="connsiteY8" fmla="*/ 17421 h 1671572"/>
              <a:gd name="connsiteX9" fmla="*/ 31283 w 2602925"/>
              <a:gd name="connsiteY9" fmla="*/ 12646 h 1671572"/>
              <a:gd name="connsiteX10" fmla="*/ 281723 w 2602925"/>
              <a:gd name="connsiteY10" fmla="*/ 0 h 1671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2925" h="1671572">
                <a:moveTo>
                  <a:pt x="281723" y="0"/>
                </a:moveTo>
                <a:cubicBezTo>
                  <a:pt x="1296311" y="0"/>
                  <a:pt x="2166821" y="616864"/>
                  <a:pt x="2538665" y="1496001"/>
                </a:cubicBezTo>
                <a:lnTo>
                  <a:pt x="2602925" y="1671572"/>
                </a:lnTo>
                <a:lnTo>
                  <a:pt x="1714953" y="1671572"/>
                </a:lnTo>
                <a:lnTo>
                  <a:pt x="1633707" y="1537837"/>
                </a:lnTo>
                <a:cubicBezTo>
                  <a:pt x="1340706" y="1104138"/>
                  <a:pt x="844514" y="818992"/>
                  <a:pt x="281722" y="818992"/>
                </a:cubicBezTo>
                <a:cubicBezTo>
                  <a:pt x="225443" y="818992"/>
                  <a:pt x="169830" y="821844"/>
                  <a:pt x="115019" y="827410"/>
                </a:cubicBezTo>
                <a:lnTo>
                  <a:pt x="0" y="844964"/>
                </a:lnTo>
                <a:lnTo>
                  <a:pt x="0" y="17421"/>
                </a:lnTo>
                <a:lnTo>
                  <a:pt x="31283" y="12646"/>
                </a:lnTo>
                <a:cubicBezTo>
                  <a:pt x="113626" y="4284"/>
                  <a:pt x="197174" y="0"/>
                  <a:pt x="281723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grpSp>
        <p:nvGrpSpPr>
          <p:cNvPr id="7" name="Grupa 6">
            <a:extLst>
              <a:ext uri="{FF2B5EF4-FFF2-40B4-BE49-F238E27FC236}">
                <a16:creationId xmlns:a16="http://schemas.microsoft.com/office/drawing/2014/main" id="{2D77D8A9-52A9-426B-A7FA-8F0D57A03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8" name="Łącznik prosty 7">
              <a:extLst>
                <a:ext uri="{FF2B5EF4-FFF2-40B4-BE49-F238E27FC236}">
                  <a16:creationId xmlns:a16="http://schemas.microsoft.com/office/drawing/2014/main" id="{9FBA36D2-108E-4BCE-B00B-7AADE262EBA8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Łącznik prosty 8">
              <a:extLst>
                <a:ext uri="{FF2B5EF4-FFF2-40B4-BE49-F238E27FC236}">
                  <a16:creationId xmlns:a16="http://schemas.microsoft.com/office/drawing/2014/main" id="{87CCA430-E045-49A4-BBFA-58E62DB70C1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Łącznik prosty 9">
              <a:extLst>
                <a:ext uri="{FF2B5EF4-FFF2-40B4-BE49-F238E27FC236}">
                  <a16:creationId xmlns:a16="http://schemas.microsoft.com/office/drawing/2014/main" id="{0A8F23F5-C38C-4F4D-AC9D-53EE5C805B3C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Łącznik prosty 10">
              <a:extLst>
                <a:ext uri="{FF2B5EF4-FFF2-40B4-BE49-F238E27FC236}">
                  <a16:creationId xmlns:a16="http://schemas.microsoft.com/office/drawing/2014/main" id="{E9F8BEAE-4D02-4E92-BF07-2B52C1DC6AAC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1CECE1E3-E88F-4BF4-91A1-21CE42A919ED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CF3597D0-8C2B-4DF1-A82D-B7AED489FAA9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Łącznik prosty 13">
              <a:extLst>
                <a:ext uri="{FF2B5EF4-FFF2-40B4-BE49-F238E27FC236}">
                  <a16:creationId xmlns:a16="http://schemas.microsoft.com/office/drawing/2014/main" id="{988A03C0-2CF4-4311-BFE9-050460F9B2B4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Łącznik prosty 14">
              <a:extLst>
                <a:ext uri="{FF2B5EF4-FFF2-40B4-BE49-F238E27FC236}">
                  <a16:creationId xmlns:a16="http://schemas.microsoft.com/office/drawing/2014/main" id="{29DD4F0C-1AB6-4919-A06A-C33148C95772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Łącznik prosty 15">
              <a:extLst>
                <a:ext uri="{FF2B5EF4-FFF2-40B4-BE49-F238E27FC236}">
                  <a16:creationId xmlns:a16="http://schemas.microsoft.com/office/drawing/2014/main" id="{4F9DCDAB-1034-49DC-B20D-5B3AC4DDA949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Łącznik prosty 16">
              <a:extLst>
                <a:ext uri="{FF2B5EF4-FFF2-40B4-BE49-F238E27FC236}">
                  <a16:creationId xmlns:a16="http://schemas.microsoft.com/office/drawing/2014/main" id="{E03569C8-7E1D-4D32-880E-03A713BC8EC2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Łącznik prosty 17">
              <a:extLst>
                <a:ext uri="{FF2B5EF4-FFF2-40B4-BE49-F238E27FC236}">
                  <a16:creationId xmlns:a16="http://schemas.microsoft.com/office/drawing/2014/main" id="{D787C248-294D-4430-9163-A18DB7A0E58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Łącznik prosty 18">
              <a:extLst>
                <a:ext uri="{FF2B5EF4-FFF2-40B4-BE49-F238E27FC236}">
                  <a16:creationId xmlns:a16="http://schemas.microsoft.com/office/drawing/2014/main" id="{B4E8BBE7-F812-4E02-8220-479D4B2E9DB2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Łącznik prosty 19">
              <a:extLst>
                <a:ext uri="{FF2B5EF4-FFF2-40B4-BE49-F238E27FC236}">
                  <a16:creationId xmlns:a16="http://schemas.microsoft.com/office/drawing/2014/main" id="{2AA42D07-05F3-4BE3-81BF-B5F84474EF19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Łącznik prosty 20">
              <a:extLst>
                <a:ext uri="{FF2B5EF4-FFF2-40B4-BE49-F238E27FC236}">
                  <a16:creationId xmlns:a16="http://schemas.microsoft.com/office/drawing/2014/main" id="{2E1C5E67-B32B-49DC-BF5E-D25C7CF20873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Łącznik prosty 21">
              <a:extLst>
                <a:ext uri="{FF2B5EF4-FFF2-40B4-BE49-F238E27FC236}">
                  <a16:creationId xmlns:a16="http://schemas.microsoft.com/office/drawing/2014/main" id="{16B1788E-1754-47A2-853A-6FE39EEB1E03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Łącznik prosty 22">
              <a:extLst>
                <a:ext uri="{FF2B5EF4-FFF2-40B4-BE49-F238E27FC236}">
                  <a16:creationId xmlns:a16="http://schemas.microsoft.com/office/drawing/2014/main" id="{57682792-A763-4918-B362-26D487DE471E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Łącznik prosty 23">
              <a:extLst>
                <a:ext uri="{FF2B5EF4-FFF2-40B4-BE49-F238E27FC236}">
                  <a16:creationId xmlns:a16="http://schemas.microsoft.com/office/drawing/2014/main" id="{CD52BF25-0CAE-4903-A7E6-8A7768DD1F7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Łącznik prosty 24">
              <a:extLst>
                <a:ext uri="{FF2B5EF4-FFF2-40B4-BE49-F238E27FC236}">
                  <a16:creationId xmlns:a16="http://schemas.microsoft.com/office/drawing/2014/main" id="{6A14A49A-F4B0-444F-8BA5-9DC89AC760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Łącznik prosty 25">
              <a:extLst>
                <a:ext uri="{FF2B5EF4-FFF2-40B4-BE49-F238E27FC236}">
                  <a16:creationId xmlns:a16="http://schemas.microsoft.com/office/drawing/2014/main" id="{7D09471A-4DE2-47CD-AED8-27D5B1050BD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Łącznik prosty 26">
              <a:extLst>
                <a:ext uri="{FF2B5EF4-FFF2-40B4-BE49-F238E27FC236}">
                  <a16:creationId xmlns:a16="http://schemas.microsoft.com/office/drawing/2014/main" id="{74C0A412-5D4A-44E9-9738-BD17D84887C4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Łącznik prosty 27">
              <a:extLst>
                <a:ext uri="{FF2B5EF4-FFF2-40B4-BE49-F238E27FC236}">
                  <a16:creationId xmlns:a16="http://schemas.microsoft.com/office/drawing/2014/main" id="{32F41B69-68CE-41EF-BBED-1CD4FF7A9F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Łącznik prosty 28">
              <a:extLst>
                <a:ext uri="{FF2B5EF4-FFF2-40B4-BE49-F238E27FC236}">
                  <a16:creationId xmlns:a16="http://schemas.microsoft.com/office/drawing/2014/main" id="{53B5DECC-07DB-431C-88EC-3AEE965EC1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Łącznik prosty 29">
              <a:extLst>
                <a:ext uri="{FF2B5EF4-FFF2-40B4-BE49-F238E27FC236}">
                  <a16:creationId xmlns:a16="http://schemas.microsoft.com/office/drawing/2014/main" id="{66CE55D3-190F-47D1-98A6-D7281E51E0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Łącznik prosty 30">
              <a:extLst>
                <a:ext uri="{FF2B5EF4-FFF2-40B4-BE49-F238E27FC236}">
                  <a16:creationId xmlns:a16="http://schemas.microsoft.com/office/drawing/2014/main" id="{A0324378-6046-45CC-A273-AE16EFF671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Łącznik prosty 31">
              <a:extLst>
                <a:ext uri="{FF2B5EF4-FFF2-40B4-BE49-F238E27FC236}">
                  <a16:creationId xmlns:a16="http://schemas.microsoft.com/office/drawing/2014/main" id="{0190AD03-D044-4A15-879F-BC87B702ABE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Łącznik prosty 32">
              <a:extLst>
                <a:ext uri="{FF2B5EF4-FFF2-40B4-BE49-F238E27FC236}">
                  <a16:creationId xmlns:a16="http://schemas.microsoft.com/office/drawing/2014/main" id="{59B3C48A-196D-4BE2-A7CD-848178CCFCA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Łącznik prosty 33">
              <a:extLst>
                <a:ext uri="{FF2B5EF4-FFF2-40B4-BE49-F238E27FC236}">
                  <a16:creationId xmlns:a16="http://schemas.microsoft.com/office/drawing/2014/main" id="{F4F5DF92-38A4-42C0-8492-7C34DBFEF33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Łącznik prosty 34">
              <a:extLst>
                <a:ext uri="{FF2B5EF4-FFF2-40B4-BE49-F238E27FC236}">
                  <a16:creationId xmlns:a16="http://schemas.microsoft.com/office/drawing/2014/main" id="{AC093942-8F5E-4520-8571-946A6E5CEBA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Łącznik prosty 35">
              <a:extLst>
                <a:ext uri="{FF2B5EF4-FFF2-40B4-BE49-F238E27FC236}">
                  <a16:creationId xmlns:a16="http://schemas.microsoft.com/office/drawing/2014/main" id="{A648E900-15FD-4793-A783-15BD86852618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ytuł 1">
            <a:extLst>
              <a:ext uri="{FF2B5EF4-FFF2-40B4-BE49-F238E27FC236}">
                <a16:creationId xmlns:a16="http://schemas.microsoft.com/office/drawing/2014/main" id="{5DF337DA-C179-4649-9021-51ECBB849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20914"/>
            <a:ext cx="5552414" cy="272748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>
              <a:lnSpc>
                <a:spcPct val="110000"/>
              </a:lnSpc>
            </a:pPr>
            <a:r>
              <a:rPr lang="pl-PL" noProof="0">
                <a:solidFill>
                  <a:schemeClr val="tx2"/>
                </a:solidFill>
                <a:cs typeface="Posterama" panose="020B0504020200020000" pitchFamily="34" charset="0"/>
              </a:rPr>
              <a:t>Kliknij, aby edytować styl</a:t>
            </a:r>
          </a:p>
        </p:txBody>
      </p:sp>
      <p:sp>
        <p:nvSpPr>
          <p:cNvPr id="50" name="Obraz — symbol zastępczy 44">
            <a:extLst>
              <a:ext uri="{FF2B5EF4-FFF2-40B4-BE49-F238E27FC236}">
                <a16:creationId xmlns:a16="http://schemas.microsoft.com/office/drawing/2014/main" id="{CDAEDC08-93B5-4CC2-A77F-91F47AD1D7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0500" y="195263"/>
            <a:ext cx="5837238" cy="296068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pl-PL" noProof="0"/>
              <a:t>Wstaw zdjęcie tutaj</a:t>
            </a:r>
          </a:p>
        </p:txBody>
      </p:sp>
      <p:sp>
        <p:nvSpPr>
          <p:cNvPr id="51" name="Obraz — symbol zastępczy 48">
            <a:extLst>
              <a:ext uri="{FF2B5EF4-FFF2-40B4-BE49-F238E27FC236}">
                <a16:creationId xmlns:a16="http://schemas.microsoft.com/office/drawing/2014/main" id="{C34DF4FD-6356-4CA5-9E6F-749666E2D43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64265" y="184840"/>
            <a:ext cx="5841996" cy="2987199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pl-PL" noProof="0"/>
              <a:t>Wstaw zdjęcie tutaj</a:t>
            </a:r>
          </a:p>
        </p:txBody>
      </p:sp>
      <p:sp>
        <p:nvSpPr>
          <p:cNvPr id="39" name="Zawartość — symbol zastępczy 38">
            <a:extLst>
              <a:ext uri="{FF2B5EF4-FFF2-40B4-BE49-F238E27FC236}">
                <a16:creationId xmlns:a16="http://schemas.microsoft.com/office/drawing/2014/main" id="{9C696AEE-49AB-4D07-90D6-AD190251723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9663" y="3525611"/>
            <a:ext cx="5816600" cy="272097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>
                <a:solidFill>
                  <a:schemeClr val="tx2"/>
                </a:solidFill>
                <a:latin typeface="Calibri" panose="020F0502020204030204" pitchFamily="34" charset="0"/>
              </a:defRPr>
            </a:lvl1pPr>
            <a:lvl2pPr marL="0" indent="0">
              <a:buNone/>
              <a:defRPr sz="2400">
                <a:solidFill>
                  <a:schemeClr val="tx2"/>
                </a:solidFill>
              </a:defRPr>
            </a:lvl2pPr>
            <a:lvl3pPr marL="0" indent="0">
              <a:buNone/>
              <a:defRPr sz="2400">
                <a:solidFill>
                  <a:schemeClr val="tx2"/>
                </a:solidFill>
              </a:defRPr>
            </a:lvl3pPr>
            <a:lvl4pPr marL="0" indent="0">
              <a:buNone/>
              <a:defRPr sz="2400">
                <a:solidFill>
                  <a:schemeClr val="tx2"/>
                </a:solidFill>
              </a:defRPr>
            </a:lvl4pPr>
            <a:lvl5pPr marL="0" indent="0">
              <a:buNone/>
              <a:defRPr sz="24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52" name="Data — symbol zastępczy 3">
            <a:extLst>
              <a:ext uri="{FF2B5EF4-FFF2-40B4-BE49-F238E27FC236}">
                <a16:creationId xmlns:a16="http://schemas.microsoft.com/office/drawing/2014/main" id="{CEABCB88-BA9F-47D3-A787-DF88895F25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20XX-02-02</a:t>
            </a:r>
          </a:p>
        </p:txBody>
      </p:sp>
      <p:sp>
        <p:nvSpPr>
          <p:cNvPr id="53" name="Stopka — symbol zastępczy 4">
            <a:extLst>
              <a:ext uri="{FF2B5EF4-FFF2-40B4-BE49-F238E27FC236}">
                <a16:creationId xmlns:a16="http://schemas.microsoft.com/office/drawing/2014/main" id="{6244155B-5D28-4D19-90C2-1FBB57AA8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TYTUŁ PREZENTACJI</a:t>
            </a:r>
          </a:p>
        </p:txBody>
      </p:sp>
      <p:sp>
        <p:nvSpPr>
          <p:cNvPr id="54" name="Numer slajdu — symbol zastępczy 5">
            <a:extLst>
              <a:ext uri="{FF2B5EF4-FFF2-40B4-BE49-F238E27FC236}">
                <a16:creationId xmlns:a16="http://schemas.microsoft.com/office/drawing/2014/main" id="{E2F1D5A7-A160-4678-8595-C5E217295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11A71338-8BA2-4C79-A6C5-5A8E30081D0C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738827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prowadze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Prostokąt 1">
            <a:extLst>
              <a:ext uri="{FF2B5EF4-FFF2-40B4-BE49-F238E27FC236}">
                <a16:creationId xmlns:a16="http://schemas.microsoft.com/office/drawing/2014/main" id="{88878880-76F2-45B5-916B-36E7EE2B1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1B75C3C8-6E32-4269-9316-DC942E00A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rójkąt prostokątny 3">
            <a:extLst>
              <a:ext uri="{FF2B5EF4-FFF2-40B4-BE49-F238E27FC236}">
                <a16:creationId xmlns:a16="http://schemas.microsoft.com/office/drawing/2014/main" id="{247C2144-3704-461F-AEA4-5AD7F2A4B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0000">
            <a:off x="-284145" y="1559143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5" name="Schemat blokowy: Dokument 4">
            <a:extLst>
              <a:ext uri="{FF2B5EF4-FFF2-40B4-BE49-F238E27FC236}">
                <a16:creationId xmlns:a16="http://schemas.microsoft.com/office/drawing/2014/main" id="{5C2F4A0D-E022-45C1-A4F2-BDD40ECBB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455724" y="2105114"/>
            <a:ext cx="6858000" cy="2647778"/>
          </a:xfrm>
          <a:prstGeom prst="flowChartDocument">
            <a:avLst/>
          </a:pr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3B95DAD1-C9F8-42EA-938C-AD799D0D1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7" name="Łącznik prosty 6">
              <a:extLst>
                <a:ext uri="{FF2B5EF4-FFF2-40B4-BE49-F238E27FC236}">
                  <a16:creationId xmlns:a16="http://schemas.microsoft.com/office/drawing/2014/main" id="{CE106CB0-0456-42D2-9064-D8307EE2EE64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Łącznik prosty 7">
              <a:extLst>
                <a:ext uri="{FF2B5EF4-FFF2-40B4-BE49-F238E27FC236}">
                  <a16:creationId xmlns:a16="http://schemas.microsoft.com/office/drawing/2014/main" id="{B6564272-B469-4B76-89B3-EAE1C5EA557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Łącznik prosty 8">
              <a:extLst>
                <a:ext uri="{FF2B5EF4-FFF2-40B4-BE49-F238E27FC236}">
                  <a16:creationId xmlns:a16="http://schemas.microsoft.com/office/drawing/2014/main" id="{9C812937-53FC-4F40-9E1F-62BD5DC5C8EA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Łącznik prosty 9">
              <a:extLst>
                <a:ext uri="{FF2B5EF4-FFF2-40B4-BE49-F238E27FC236}">
                  <a16:creationId xmlns:a16="http://schemas.microsoft.com/office/drawing/2014/main" id="{D5C30D30-0592-4A8D-9BFB-E39327DEB08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Łącznik prosty 10">
              <a:extLst>
                <a:ext uri="{FF2B5EF4-FFF2-40B4-BE49-F238E27FC236}">
                  <a16:creationId xmlns:a16="http://schemas.microsoft.com/office/drawing/2014/main" id="{B5EF5218-294E-41E0-B835-6CD21C0AB503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64EAD817-B289-4780-AF71-3A814DA1517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015FE1B7-342F-44E3-9A5F-4320F4B56F12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Łącznik prosty 13">
              <a:extLst>
                <a:ext uri="{FF2B5EF4-FFF2-40B4-BE49-F238E27FC236}">
                  <a16:creationId xmlns:a16="http://schemas.microsoft.com/office/drawing/2014/main" id="{8F304BD3-68AC-49BC-8B74-71637404CEEC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Łącznik prosty 14">
              <a:extLst>
                <a:ext uri="{FF2B5EF4-FFF2-40B4-BE49-F238E27FC236}">
                  <a16:creationId xmlns:a16="http://schemas.microsoft.com/office/drawing/2014/main" id="{B0859D2C-72C4-411A-BD82-8368DDC03513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Łącznik prosty 15">
              <a:extLst>
                <a:ext uri="{FF2B5EF4-FFF2-40B4-BE49-F238E27FC236}">
                  <a16:creationId xmlns:a16="http://schemas.microsoft.com/office/drawing/2014/main" id="{7B22EA31-AED9-4314-8509-4087F82F1112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Łącznik prosty 16">
              <a:extLst>
                <a:ext uri="{FF2B5EF4-FFF2-40B4-BE49-F238E27FC236}">
                  <a16:creationId xmlns:a16="http://schemas.microsoft.com/office/drawing/2014/main" id="{74E3D353-A425-4930-AC93-9A9F93EC07E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Łącznik prosty 17">
              <a:extLst>
                <a:ext uri="{FF2B5EF4-FFF2-40B4-BE49-F238E27FC236}">
                  <a16:creationId xmlns:a16="http://schemas.microsoft.com/office/drawing/2014/main" id="{E75827C0-9081-4304-98D0-28375902854E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Łącznik prosty 18">
              <a:extLst>
                <a:ext uri="{FF2B5EF4-FFF2-40B4-BE49-F238E27FC236}">
                  <a16:creationId xmlns:a16="http://schemas.microsoft.com/office/drawing/2014/main" id="{7FBC916B-3AAC-4825-8D0F-923D60C0DA4E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Łącznik prosty 19">
              <a:extLst>
                <a:ext uri="{FF2B5EF4-FFF2-40B4-BE49-F238E27FC236}">
                  <a16:creationId xmlns:a16="http://schemas.microsoft.com/office/drawing/2014/main" id="{13085D6A-11B7-416E-9A80-085550712976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Łącznik prosty 20">
              <a:extLst>
                <a:ext uri="{FF2B5EF4-FFF2-40B4-BE49-F238E27FC236}">
                  <a16:creationId xmlns:a16="http://schemas.microsoft.com/office/drawing/2014/main" id="{F1619986-89C6-4164-BD69-5117CB5E3D0D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Łącznik prosty 21">
              <a:extLst>
                <a:ext uri="{FF2B5EF4-FFF2-40B4-BE49-F238E27FC236}">
                  <a16:creationId xmlns:a16="http://schemas.microsoft.com/office/drawing/2014/main" id="{3D63A74F-F1A7-4546-BCB1-3C49033B344A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Łącznik prosty 22">
              <a:extLst>
                <a:ext uri="{FF2B5EF4-FFF2-40B4-BE49-F238E27FC236}">
                  <a16:creationId xmlns:a16="http://schemas.microsoft.com/office/drawing/2014/main" id="{348BEE97-AC71-4466-82E9-05302D19D2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Łącznik prosty 23">
              <a:extLst>
                <a:ext uri="{FF2B5EF4-FFF2-40B4-BE49-F238E27FC236}">
                  <a16:creationId xmlns:a16="http://schemas.microsoft.com/office/drawing/2014/main" id="{BFB7EA87-48DE-40EC-97C4-1119D6E0BC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Łącznik prosty 24">
              <a:extLst>
                <a:ext uri="{FF2B5EF4-FFF2-40B4-BE49-F238E27FC236}">
                  <a16:creationId xmlns:a16="http://schemas.microsoft.com/office/drawing/2014/main" id="{6709E735-55F1-46BE-964B-17589798C45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Łącznik prosty 25">
              <a:extLst>
                <a:ext uri="{FF2B5EF4-FFF2-40B4-BE49-F238E27FC236}">
                  <a16:creationId xmlns:a16="http://schemas.microsoft.com/office/drawing/2014/main" id="{0AE224F2-AB69-40F3-83FC-5A1C2985F11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Łącznik prosty 26">
              <a:extLst>
                <a:ext uri="{FF2B5EF4-FFF2-40B4-BE49-F238E27FC236}">
                  <a16:creationId xmlns:a16="http://schemas.microsoft.com/office/drawing/2014/main" id="{10841DFB-48FF-4E4C-BD80-FAEDD9869C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Łącznik prosty 27">
              <a:extLst>
                <a:ext uri="{FF2B5EF4-FFF2-40B4-BE49-F238E27FC236}">
                  <a16:creationId xmlns:a16="http://schemas.microsoft.com/office/drawing/2014/main" id="{93F2079C-0840-41A3-B649-BFA2657D7F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Łącznik prosty 28">
              <a:extLst>
                <a:ext uri="{FF2B5EF4-FFF2-40B4-BE49-F238E27FC236}">
                  <a16:creationId xmlns:a16="http://schemas.microsoft.com/office/drawing/2014/main" id="{624F5B96-0C46-4542-959C-A0AB18C7DAE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Łącznik prosty 29">
              <a:extLst>
                <a:ext uri="{FF2B5EF4-FFF2-40B4-BE49-F238E27FC236}">
                  <a16:creationId xmlns:a16="http://schemas.microsoft.com/office/drawing/2014/main" id="{87E7EDBA-8F85-4F7A-A17D-6B49A51D412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Łącznik prosty 30">
              <a:extLst>
                <a:ext uri="{FF2B5EF4-FFF2-40B4-BE49-F238E27FC236}">
                  <a16:creationId xmlns:a16="http://schemas.microsoft.com/office/drawing/2014/main" id="{043D3094-2C9C-4299-9065-669FFD8F5D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Łącznik prosty 31">
              <a:extLst>
                <a:ext uri="{FF2B5EF4-FFF2-40B4-BE49-F238E27FC236}">
                  <a16:creationId xmlns:a16="http://schemas.microsoft.com/office/drawing/2014/main" id="{DE307EDA-19A4-4312-920D-EC02D2A70C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Łącznik prosty 32">
              <a:extLst>
                <a:ext uri="{FF2B5EF4-FFF2-40B4-BE49-F238E27FC236}">
                  <a16:creationId xmlns:a16="http://schemas.microsoft.com/office/drawing/2014/main" id="{62953220-FAE3-4A55-B3C5-632C82C456A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Łącznik prosty 33">
              <a:extLst>
                <a:ext uri="{FF2B5EF4-FFF2-40B4-BE49-F238E27FC236}">
                  <a16:creationId xmlns:a16="http://schemas.microsoft.com/office/drawing/2014/main" id="{72B2B007-553A-4A33-B077-9CA9D031332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Łącznik prosty 34">
              <a:extLst>
                <a:ext uri="{FF2B5EF4-FFF2-40B4-BE49-F238E27FC236}">
                  <a16:creationId xmlns:a16="http://schemas.microsoft.com/office/drawing/2014/main" id="{CE213DEB-4CFC-46B3-8DB4-77581E46552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ytuł 1">
            <a:extLst>
              <a:ext uri="{FF2B5EF4-FFF2-40B4-BE49-F238E27FC236}">
                <a16:creationId xmlns:a16="http://schemas.microsoft.com/office/drawing/2014/main" id="{EBBBF2BB-36BE-45E7-A35B-260E76E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5467"/>
            <a:ext cx="5410197" cy="1982171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rtl="0">
              <a:lnSpc>
                <a:spcPct val="110000"/>
              </a:lnSpc>
            </a:pPr>
            <a:r>
              <a:rPr lang="pl-PL" noProof="0">
                <a:solidFill>
                  <a:srgbClr val="FFFFFF"/>
                </a:solidFill>
                <a:cs typeface="Posterama" panose="020B0504020200020000" pitchFamily="34" charset="0"/>
              </a:rPr>
              <a:t>Kliknij, aby edytować styl</a:t>
            </a:r>
          </a:p>
        </p:txBody>
      </p:sp>
      <p:sp>
        <p:nvSpPr>
          <p:cNvPr id="42" name="Zawartość — symbol zastępczy 38">
            <a:extLst>
              <a:ext uri="{FF2B5EF4-FFF2-40B4-BE49-F238E27FC236}">
                <a16:creationId xmlns:a16="http://schemas.microsoft.com/office/drawing/2014/main" id="{03257FF4-6F58-4A1E-866D-198569F917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3104" y="2957665"/>
            <a:ext cx="5543524" cy="335873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0000"/>
              </a:lnSpc>
              <a:buNone/>
              <a:defRPr sz="18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0" indent="0">
              <a:buNone/>
              <a:defRPr sz="2400">
                <a:solidFill>
                  <a:schemeClr val="tx2"/>
                </a:solidFill>
              </a:defRPr>
            </a:lvl2pPr>
            <a:lvl3pPr marL="0" indent="0">
              <a:buNone/>
              <a:defRPr sz="2400">
                <a:solidFill>
                  <a:schemeClr val="tx2"/>
                </a:solidFill>
              </a:defRPr>
            </a:lvl3pPr>
            <a:lvl4pPr marL="0" indent="0">
              <a:buNone/>
              <a:defRPr sz="2400">
                <a:solidFill>
                  <a:schemeClr val="tx2"/>
                </a:solidFill>
              </a:defRPr>
            </a:lvl4pPr>
            <a:lvl5pPr marL="0" indent="0">
              <a:buNone/>
              <a:defRPr sz="24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44" name="Obraz — symbol zastępczy 42">
            <a:extLst>
              <a:ext uri="{FF2B5EF4-FFF2-40B4-BE49-F238E27FC236}">
                <a16:creationId xmlns:a16="http://schemas.microsoft.com/office/drawing/2014/main" id="{32195099-4E20-48F3-8272-F12592AD44F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19875" y="725487"/>
            <a:ext cx="5388490" cy="5519467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pl-PL" noProof="0"/>
              <a:t>Wstaw zdjęcie tutaj</a:t>
            </a:r>
          </a:p>
        </p:txBody>
      </p:sp>
      <p:sp>
        <p:nvSpPr>
          <p:cNvPr id="39" name="Data — symbol zastępczy 3">
            <a:extLst>
              <a:ext uri="{FF2B5EF4-FFF2-40B4-BE49-F238E27FC236}">
                <a16:creationId xmlns:a16="http://schemas.microsoft.com/office/drawing/2014/main" id="{CFCED92E-6EA8-410D-90AD-DF0B229B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spc="15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20XX-02-02</a:t>
            </a:r>
          </a:p>
        </p:txBody>
      </p:sp>
      <p:sp>
        <p:nvSpPr>
          <p:cNvPr id="40" name="Stopka — symbol zastępczy 4">
            <a:extLst>
              <a:ext uri="{FF2B5EF4-FFF2-40B4-BE49-F238E27FC236}">
                <a16:creationId xmlns:a16="http://schemas.microsoft.com/office/drawing/2014/main" id="{FC6D7D3E-FCD8-42CA-A1BB-9112B5530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TYTUŁ PREZENTACJI</a:t>
            </a:r>
          </a:p>
        </p:txBody>
      </p:sp>
      <p:sp>
        <p:nvSpPr>
          <p:cNvPr id="41" name="Numer slajdu — symbol zastępczy 5">
            <a:extLst>
              <a:ext uri="{FF2B5EF4-FFF2-40B4-BE49-F238E27FC236}">
                <a16:creationId xmlns:a16="http://schemas.microsoft.com/office/drawing/2014/main" id="{A49CA3E6-DD23-4395-AE34-560EA112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11A71338-8BA2-4C79-A6C5-5A8E30081D0C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48112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ział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ytuł 1">
            <a:extLst>
              <a:ext uri="{FF2B5EF4-FFF2-40B4-BE49-F238E27FC236}">
                <a16:creationId xmlns:a16="http://schemas.microsoft.com/office/drawing/2014/main" id="{0B54C968-9162-4E94-9F00-9921A4333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890" y="1"/>
            <a:ext cx="6168182" cy="6858000"/>
          </a:xfrm>
          <a:custGeom>
            <a:avLst/>
            <a:gdLst>
              <a:gd name="connsiteX0" fmla="*/ 0 w 5115291"/>
              <a:gd name="connsiteY0" fmla="*/ 0 h 6857989"/>
              <a:gd name="connsiteX1" fmla="*/ 5115291 w 5115291"/>
              <a:gd name="connsiteY1" fmla="*/ 0 h 6857989"/>
              <a:gd name="connsiteX2" fmla="*/ 5115291 w 5115291"/>
              <a:gd name="connsiteY2" fmla="*/ 6857989 h 6857989"/>
              <a:gd name="connsiteX3" fmla="*/ 0 w 5115291"/>
              <a:gd name="connsiteY3" fmla="*/ 6857989 h 6857989"/>
              <a:gd name="connsiteX4" fmla="*/ 0 w 5115291"/>
              <a:gd name="connsiteY4" fmla="*/ 0 h 6857989"/>
              <a:gd name="connsiteX0" fmla="*/ 0 w 5115291"/>
              <a:gd name="connsiteY0" fmla="*/ 8467 h 6866456"/>
              <a:gd name="connsiteX1" fmla="*/ 5022158 w 5115291"/>
              <a:gd name="connsiteY1" fmla="*/ 0 h 6866456"/>
              <a:gd name="connsiteX2" fmla="*/ 5115291 w 5115291"/>
              <a:gd name="connsiteY2" fmla="*/ 6866456 h 6866456"/>
              <a:gd name="connsiteX3" fmla="*/ 0 w 5115291"/>
              <a:gd name="connsiteY3" fmla="*/ 6866456 h 6866456"/>
              <a:gd name="connsiteX4" fmla="*/ 0 w 5115291"/>
              <a:gd name="connsiteY4" fmla="*/ 8467 h 6866456"/>
              <a:gd name="connsiteX0" fmla="*/ 0 w 5115291"/>
              <a:gd name="connsiteY0" fmla="*/ 0 h 6857989"/>
              <a:gd name="connsiteX1" fmla="*/ 5013692 w 5115291"/>
              <a:gd name="connsiteY1" fmla="*/ 0 h 6857989"/>
              <a:gd name="connsiteX2" fmla="*/ 5115291 w 5115291"/>
              <a:gd name="connsiteY2" fmla="*/ 6857989 h 6857989"/>
              <a:gd name="connsiteX3" fmla="*/ 0 w 5115291"/>
              <a:gd name="connsiteY3" fmla="*/ 6857989 h 6857989"/>
              <a:gd name="connsiteX4" fmla="*/ 0 w 5115291"/>
              <a:gd name="connsiteY4" fmla="*/ 0 h 6857989"/>
              <a:gd name="connsiteX0" fmla="*/ 0 w 5691024"/>
              <a:gd name="connsiteY0" fmla="*/ 0 h 6857989"/>
              <a:gd name="connsiteX1" fmla="*/ 5013692 w 5691024"/>
              <a:gd name="connsiteY1" fmla="*/ 0 h 6857989"/>
              <a:gd name="connsiteX2" fmla="*/ 5691024 w 5691024"/>
              <a:gd name="connsiteY2" fmla="*/ 3098800 h 6857989"/>
              <a:gd name="connsiteX3" fmla="*/ 5115291 w 5691024"/>
              <a:gd name="connsiteY3" fmla="*/ 6857989 h 6857989"/>
              <a:gd name="connsiteX4" fmla="*/ 0 w 5691024"/>
              <a:gd name="connsiteY4" fmla="*/ 6857989 h 6857989"/>
              <a:gd name="connsiteX5" fmla="*/ 0 w 5691024"/>
              <a:gd name="connsiteY5" fmla="*/ 0 h 6857989"/>
              <a:gd name="connsiteX0" fmla="*/ 0 w 6141720"/>
              <a:gd name="connsiteY0" fmla="*/ 0 h 6857989"/>
              <a:gd name="connsiteX1" fmla="*/ 5013692 w 6141720"/>
              <a:gd name="connsiteY1" fmla="*/ 0 h 6857989"/>
              <a:gd name="connsiteX2" fmla="*/ 5691024 w 6141720"/>
              <a:gd name="connsiteY2" fmla="*/ 3098800 h 6857989"/>
              <a:gd name="connsiteX3" fmla="*/ 6131290 w 6141720"/>
              <a:gd name="connsiteY3" fmla="*/ 5672667 h 6857989"/>
              <a:gd name="connsiteX4" fmla="*/ 5115291 w 6141720"/>
              <a:gd name="connsiteY4" fmla="*/ 6857989 h 6857989"/>
              <a:gd name="connsiteX5" fmla="*/ 0 w 6141720"/>
              <a:gd name="connsiteY5" fmla="*/ 6857989 h 6857989"/>
              <a:gd name="connsiteX6" fmla="*/ 0 w 6141720"/>
              <a:gd name="connsiteY6" fmla="*/ 0 h 6857989"/>
              <a:gd name="connsiteX0" fmla="*/ 0 w 6141720"/>
              <a:gd name="connsiteY0" fmla="*/ 0 h 6857989"/>
              <a:gd name="connsiteX1" fmla="*/ 5013692 w 6141720"/>
              <a:gd name="connsiteY1" fmla="*/ 0 h 6857989"/>
              <a:gd name="connsiteX2" fmla="*/ 5691024 w 6141720"/>
              <a:gd name="connsiteY2" fmla="*/ 3098800 h 6857989"/>
              <a:gd name="connsiteX3" fmla="*/ 6131290 w 6141720"/>
              <a:gd name="connsiteY3" fmla="*/ 5672667 h 6857989"/>
              <a:gd name="connsiteX4" fmla="*/ 5115291 w 6141720"/>
              <a:gd name="connsiteY4" fmla="*/ 6857989 h 6857989"/>
              <a:gd name="connsiteX5" fmla="*/ 0 w 6141720"/>
              <a:gd name="connsiteY5" fmla="*/ 6857989 h 6857989"/>
              <a:gd name="connsiteX6" fmla="*/ 0 w 6141720"/>
              <a:gd name="connsiteY6" fmla="*/ 0 h 6857989"/>
              <a:gd name="connsiteX0" fmla="*/ 0 w 6141720"/>
              <a:gd name="connsiteY0" fmla="*/ 0 h 6857989"/>
              <a:gd name="connsiteX1" fmla="*/ 5013692 w 6141720"/>
              <a:gd name="connsiteY1" fmla="*/ 0 h 6857989"/>
              <a:gd name="connsiteX2" fmla="*/ 5691024 w 6141720"/>
              <a:gd name="connsiteY2" fmla="*/ 3098800 h 6857989"/>
              <a:gd name="connsiteX3" fmla="*/ 6131290 w 6141720"/>
              <a:gd name="connsiteY3" fmla="*/ 5672667 h 6857989"/>
              <a:gd name="connsiteX4" fmla="*/ 5115291 w 6141720"/>
              <a:gd name="connsiteY4" fmla="*/ 6857989 h 6857989"/>
              <a:gd name="connsiteX5" fmla="*/ 0 w 6141720"/>
              <a:gd name="connsiteY5" fmla="*/ 6857989 h 6857989"/>
              <a:gd name="connsiteX6" fmla="*/ 0 w 6141720"/>
              <a:gd name="connsiteY6" fmla="*/ 0 h 6857989"/>
              <a:gd name="connsiteX0" fmla="*/ 0 w 6175182"/>
              <a:gd name="connsiteY0" fmla="*/ 0 h 6857989"/>
              <a:gd name="connsiteX1" fmla="*/ 5013692 w 6175182"/>
              <a:gd name="connsiteY1" fmla="*/ 0 h 6857989"/>
              <a:gd name="connsiteX2" fmla="*/ 5691024 w 6175182"/>
              <a:gd name="connsiteY2" fmla="*/ 3098800 h 6857989"/>
              <a:gd name="connsiteX3" fmla="*/ 6131290 w 6175182"/>
              <a:gd name="connsiteY3" fmla="*/ 5672667 h 6857989"/>
              <a:gd name="connsiteX4" fmla="*/ 5115291 w 6175182"/>
              <a:gd name="connsiteY4" fmla="*/ 6857989 h 6857989"/>
              <a:gd name="connsiteX5" fmla="*/ 0 w 6175182"/>
              <a:gd name="connsiteY5" fmla="*/ 6857989 h 6857989"/>
              <a:gd name="connsiteX6" fmla="*/ 0 w 6175182"/>
              <a:gd name="connsiteY6" fmla="*/ 0 h 6857989"/>
              <a:gd name="connsiteX0" fmla="*/ 0 w 6175182"/>
              <a:gd name="connsiteY0" fmla="*/ 0 h 6857989"/>
              <a:gd name="connsiteX1" fmla="*/ 5013692 w 6175182"/>
              <a:gd name="connsiteY1" fmla="*/ 0 h 6857989"/>
              <a:gd name="connsiteX2" fmla="*/ 5691024 w 6175182"/>
              <a:gd name="connsiteY2" fmla="*/ 3098800 h 6857989"/>
              <a:gd name="connsiteX3" fmla="*/ 6131290 w 6175182"/>
              <a:gd name="connsiteY3" fmla="*/ 5672667 h 6857989"/>
              <a:gd name="connsiteX4" fmla="*/ 5115291 w 6175182"/>
              <a:gd name="connsiteY4" fmla="*/ 6857989 h 6857989"/>
              <a:gd name="connsiteX5" fmla="*/ 0 w 6175182"/>
              <a:gd name="connsiteY5" fmla="*/ 6857989 h 6857989"/>
              <a:gd name="connsiteX6" fmla="*/ 0 w 6175182"/>
              <a:gd name="connsiteY6" fmla="*/ 0 h 6857989"/>
              <a:gd name="connsiteX0" fmla="*/ 0 w 6175182"/>
              <a:gd name="connsiteY0" fmla="*/ 0 h 6866456"/>
              <a:gd name="connsiteX1" fmla="*/ 5013692 w 6175182"/>
              <a:gd name="connsiteY1" fmla="*/ 0 h 6866456"/>
              <a:gd name="connsiteX2" fmla="*/ 5691024 w 6175182"/>
              <a:gd name="connsiteY2" fmla="*/ 3098800 h 6866456"/>
              <a:gd name="connsiteX3" fmla="*/ 6131290 w 6175182"/>
              <a:gd name="connsiteY3" fmla="*/ 5672667 h 6866456"/>
              <a:gd name="connsiteX4" fmla="*/ 5843424 w 6175182"/>
              <a:gd name="connsiteY4" fmla="*/ 6866456 h 6866456"/>
              <a:gd name="connsiteX5" fmla="*/ 0 w 6175182"/>
              <a:gd name="connsiteY5" fmla="*/ 6857989 h 6866456"/>
              <a:gd name="connsiteX6" fmla="*/ 0 w 6175182"/>
              <a:gd name="connsiteY6" fmla="*/ 0 h 6866456"/>
              <a:gd name="connsiteX0" fmla="*/ 0 w 6175182"/>
              <a:gd name="connsiteY0" fmla="*/ 0 h 6866456"/>
              <a:gd name="connsiteX1" fmla="*/ 5013692 w 6175182"/>
              <a:gd name="connsiteY1" fmla="*/ 0 h 6866456"/>
              <a:gd name="connsiteX2" fmla="*/ 5691024 w 6175182"/>
              <a:gd name="connsiteY2" fmla="*/ 3098800 h 6866456"/>
              <a:gd name="connsiteX3" fmla="*/ 6131290 w 6175182"/>
              <a:gd name="connsiteY3" fmla="*/ 5672667 h 6866456"/>
              <a:gd name="connsiteX4" fmla="*/ 5843424 w 6175182"/>
              <a:gd name="connsiteY4" fmla="*/ 6866456 h 6866456"/>
              <a:gd name="connsiteX5" fmla="*/ 0 w 6175182"/>
              <a:gd name="connsiteY5" fmla="*/ 6857989 h 6866456"/>
              <a:gd name="connsiteX6" fmla="*/ 0 w 6175182"/>
              <a:gd name="connsiteY6" fmla="*/ 0 h 6866456"/>
              <a:gd name="connsiteX0" fmla="*/ 0 w 6175182"/>
              <a:gd name="connsiteY0" fmla="*/ 0 h 6866456"/>
              <a:gd name="connsiteX1" fmla="*/ 5013692 w 6175182"/>
              <a:gd name="connsiteY1" fmla="*/ 0 h 6866456"/>
              <a:gd name="connsiteX2" fmla="*/ 5691024 w 6175182"/>
              <a:gd name="connsiteY2" fmla="*/ 3098800 h 6866456"/>
              <a:gd name="connsiteX3" fmla="*/ 6131290 w 6175182"/>
              <a:gd name="connsiteY3" fmla="*/ 5672667 h 6866456"/>
              <a:gd name="connsiteX4" fmla="*/ 5843424 w 6175182"/>
              <a:gd name="connsiteY4" fmla="*/ 6866456 h 6866456"/>
              <a:gd name="connsiteX5" fmla="*/ 0 w 6175182"/>
              <a:gd name="connsiteY5" fmla="*/ 6857989 h 6866456"/>
              <a:gd name="connsiteX6" fmla="*/ 0 w 6175182"/>
              <a:gd name="connsiteY6" fmla="*/ 0 h 6866456"/>
              <a:gd name="connsiteX0" fmla="*/ 0 w 6168182"/>
              <a:gd name="connsiteY0" fmla="*/ 0 h 6866456"/>
              <a:gd name="connsiteX1" fmla="*/ 5013692 w 6168182"/>
              <a:gd name="connsiteY1" fmla="*/ 0 h 6866456"/>
              <a:gd name="connsiteX2" fmla="*/ 5691024 w 6168182"/>
              <a:gd name="connsiteY2" fmla="*/ 3098800 h 6866456"/>
              <a:gd name="connsiteX3" fmla="*/ 6131290 w 6168182"/>
              <a:gd name="connsiteY3" fmla="*/ 5672667 h 6866456"/>
              <a:gd name="connsiteX4" fmla="*/ 5843424 w 6168182"/>
              <a:gd name="connsiteY4" fmla="*/ 6866456 h 6866456"/>
              <a:gd name="connsiteX5" fmla="*/ 0 w 6168182"/>
              <a:gd name="connsiteY5" fmla="*/ 6857989 h 6866456"/>
              <a:gd name="connsiteX6" fmla="*/ 0 w 6168182"/>
              <a:gd name="connsiteY6" fmla="*/ 0 h 686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68182" h="6866456">
                <a:moveTo>
                  <a:pt x="0" y="0"/>
                </a:moveTo>
                <a:lnTo>
                  <a:pt x="5013692" y="0"/>
                </a:lnTo>
                <a:cubicBezTo>
                  <a:pt x="5041915" y="2113844"/>
                  <a:pt x="5392928" y="2241197"/>
                  <a:pt x="5691024" y="3098800"/>
                </a:cubicBezTo>
                <a:cubicBezTo>
                  <a:pt x="6145754" y="4111625"/>
                  <a:pt x="6230068" y="5012267"/>
                  <a:pt x="6131290" y="5672667"/>
                </a:cubicBezTo>
                <a:cubicBezTo>
                  <a:pt x="6035335" y="6070597"/>
                  <a:pt x="5973246" y="6468526"/>
                  <a:pt x="5843424" y="6866456"/>
                </a:cubicBezTo>
                <a:lnTo>
                  <a:pt x="0" y="685798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640080" tIns="777240" rtlCol="0"/>
          <a:lstStyle/>
          <a:p>
            <a:pPr algn="l" rtl="0"/>
            <a:r>
              <a:rPr lang="pl-PL" noProof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Kliknij, aby edytować styl</a:t>
            </a:r>
          </a:p>
        </p:txBody>
      </p:sp>
      <p:sp>
        <p:nvSpPr>
          <p:cNvPr id="45" name="Obraz — symbol zastępczy 44">
            <a:extLst>
              <a:ext uri="{FF2B5EF4-FFF2-40B4-BE49-F238E27FC236}">
                <a16:creationId xmlns:a16="http://schemas.microsoft.com/office/drawing/2014/main" id="{BA990E7A-F299-4210-97ED-B2240FAF8D7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57725" y="0"/>
            <a:ext cx="7534275" cy="6857999"/>
          </a:xfrm>
          <a:custGeom>
            <a:avLst/>
            <a:gdLst>
              <a:gd name="connsiteX0" fmla="*/ 0 w 7432675"/>
              <a:gd name="connsiteY0" fmla="*/ 6856431 h 6857999"/>
              <a:gd name="connsiteX1" fmla="*/ 1083393 w 7432675"/>
              <a:gd name="connsiteY1" fmla="*/ 6857999 h 6857999"/>
              <a:gd name="connsiteX2" fmla="*/ 0 w 7432675"/>
              <a:gd name="connsiteY2" fmla="*/ 6857999 h 6857999"/>
              <a:gd name="connsiteX3" fmla="*/ 254367 w 7432675"/>
              <a:gd name="connsiteY3" fmla="*/ 0 h 6857999"/>
              <a:gd name="connsiteX4" fmla="*/ 7432675 w 7432675"/>
              <a:gd name="connsiteY4" fmla="*/ 0 h 6857999"/>
              <a:gd name="connsiteX5" fmla="*/ 7432675 w 7432675"/>
              <a:gd name="connsiteY5" fmla="*/ 6857999 h 6857999"/>
              <a:gd name="connsiteX6" fmla="*/ 1084100 w 7432675"/>
              <a:gd name="connsiteY6" fmla="*/ 6857999 h 6857999"/>
              <a:gd name="connsiteX7" fmla="*/ 1170353 w 7432675"/>
              <a:gd name="connsiteY7" fmla="*/ 6559920 h 6857999"/>
              <a:gd name="connsiteX8" fmla="*/ 1371965 w 7432675"/>
              <a:gd name="connsiteY8" fmla="*/ 5665681 h 6857999"/>
              <a:gd name="connsiteX9" fmla="*/ 931699 w 7432675"/>
              <a:gd name="connsiteY9" fmla="*/ 3094984 h 6857999"/>
              <a:gd name="connsiteX10" fmla="*/ 254367 w 7432675"/>
              <a:gd name="connsiteY10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432675" h="6857999">
                <a:moveTo>
                  <a:pt x="0" y="6856431"/>
                </a:moveTo>
                <a:lnTo>
                  <a:pt x="1083393" y="6857999"/>
                </a:lnTo>
                <a:lnTo>
                  <a:pt x="0" y="6857999"/>
                </a:lnTo>
                <a:close/>
                <a:moveTo>
                  <a:pt x="254367" y="0"/>
                </a:moveTo>
                <a:lnTo>
                  <a:pt x="7432675" y="0"/>
                </a:lnTo>
                <a:lnTo>
                  <a:pt x="7432675" y="6857999"/>
                </a:lnTo>
                <a:lnTo>
                  <a:pt x="1084100" y="6857999"/>
                </a:lnTo>
                <a:lnTo>
                  <a:pt x="1170353" y="6559920"/>
                </a:lnTo>
                <a:cubicBezTo>
                  <a:pt x="1247083" y="6261841"/>
                  <a:pt x="1299999" y="5963761"/>
                  <a:pt x="1371965" y="5665681"/>
                </a:cubicBezTo>
                <a:cubicBezTo>
                  <a:pt x="1470743" y="5006095"/>
                  <a:pt x="1386429" y="4106562"/>
                  <a:pt x="931699" y="3094984"/>
                </a:cubicBezTo>
                <a:cubicBezTo>
                  <a:pt x="633604" y="2238437"/>
                  <a:pt x="282590" y="2111241"/>
                  <a:pt x="254367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pl-PL" noProof="0"/>
              <a:t>Wstaw zdjęcie tutaj</a:t>
            </a:r>
          </a:p>
        </p:txBody>
      </p:sp>
      <p:sp>
        <p:nvSpPr>
          <p:cNvPr id="36" name="Podtytuł 2">
            <a:extLst>
              <a:ext uri="{FF2B5EF4-FFF2-40B4-BE49-F238E27FC236}">
                <a16:creationId xmlns:a16="http://schemas.microsoft.com/office/drawing/2014/main" id="{74108930-733F-4442-A067-3D79F6C096B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7410" y="4072044"/>
            <a:ext cx="4567990" cy="149537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None/>
              <a:defRPr>
                <a:latin typeface="Calibri" panose="020F0502020204030204" pitchFamily="34" charset="0"/>
              </a:defRPr>
            </a:lvl1pPr>
          </a:lstStyle>
          <a:p>
            <a:pPr algn="l" rtl="0">
              <a:lnSpc>
                <a:spcPct val="110000"/>
              </a:lnSpc>
              <a:tabLst>
                <a:tab pos="4686300" algn="l"/>
              </a:tabLst>
            </a:pPr>
            <a:r>
              <a:rPr lang="pl-PL" sz="2200" noProof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Kliknij, aby dodać podtytuł</a:t>
            </a:r>
          </a:p>
        </p:txBody>
      </p:sp>
    </p:spTree>
    <p:extLst>
      <p:ext uri="{BB962C8B-B14F-4D97-AF65-F5344CB8AC3E}">
        <p14:creationId xmlns:p14="http://schemas.microsoft.com/office/powerpoint/2010/main" val="1826128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yk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Prostokąt 1">
            <a:extLst>
              <a:ext uri="{FF2B5EF4-FFF2-40B4-BE49-F238E27FC236}">
                <a16:creationId xmlns:a16="http://schemas.microsoft.com/office/drawing/2014/main" id="{1BA840BD-172F-4ADB-A4C1-EA3FB3A68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D0D03E71-B54E-4A6E-A4F8-B60561824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rójkąt prostokątny 3">
            <a:extLst>
              <a:ext uri="{FF2B5EF4-FFF2-40B4-BE49-F238E27FC236}">
                <a16:creationId xmlns:a16="http://schemas.microsoft.com/office/drawing/2014/main" id="{DD6F5FA1-46FA-4429-A549-1D06D0D7D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5901199" y="-284145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grpSp>
        <p:nvGrpSpPr>
          <p:cNvPr id="5" name="Grupa 4">
            <a:extLst>
              <a:ext uri="{FF2B5EF4-FFF2-40B4-BE49-F238E27FC236}">
                <a16:creationId xmlns:a16="http://schemas.microsoft.com/office/drawing/2014/main" id="{971BDD7C-B416-481F-A16C-3B14FBB31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14827" cy="6858000"/>
            <a:chOff x="-6214" y="-1"/>
            <a:chExt cx="12214827" cy="6858000"/>
          </a:xfrm>
        </p:grpSpPr>
        <p:cxnSp>
          <p:nvCxnSpPr>
            <p:cNvPr id="6" name="Łącznik prosty 5">
              <a:extLst>
                <a:ext uri="{FF2B5EF4-FFF2-40B4-BE49-F238E27FC236}">
                  <a16:creationId xmlns:a16="http://schemas.microsoft.com/office/drawing/2014/main" id="{BCB31C5D-A43A-4C38-B74E-9234A84B02E9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Łącznik prosty 6">
              <a:extLst>
                <a:ext uri="{FF2B5EF4-FFF2-40B4-BE49-F238E27FC236}">
                  <a16:creationId xmlns:a16="http://schemas.microsoft.com/office/drawing/2014/main" id="{C6244DD8-1D8F-4AA3-A5F5-4298E404A2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Łącznik prosty 7">
              <a:extLst>
                <a:ext uri="{FF2B5EF4-FFF2-40B4-BE49-F238E27FC236}">
                  <a16:creationId xmlns:a16="http://schemas.microsoft.com/office/drawing/2014/main" id="{4CE3EBC0-4667-4BC6-A9CC-DA103BD5F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Łącznik prosty 8">
              <a:extLst>
                <a:ext uri="{FF2B5EF4-FFF2-40B4-BE49-F238E27FC236}">
                  <a16:creationId xmlns:a16="http://schemas.microsoft.com/office/drawing/2014/main" id="{BFF8C9D8-06A6-4057-AF4A-E68C2FF52192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Łącznik prosty 9">
              <a:extLst>
                <a:ext uri="{FF2B5EF4-FFF2-40B4-BE49-F238E27FC236}">
                  <a16:creationId xmlns:a16="http://schemas.microsoft.com/office/drawing/2014/main" id="{1698C5D6-0CD8-4B0A-9018-E4E8AB06B165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Łącznik prosty 10">
              <a:extLst>
                <a:ext uri="{FF2B5EF4-FFF2-40B4-BE49-F238E27FC236}">
                  <a16:creationId xmlns:a16="http://schemas.microsoft.com/office/drawing/2014/main" id="{E5FA1E06-A7E0-4387-B888-01CD139E36C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67D7FF7A-6DED-49BA-B18D-C07C47CAC127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50FB5490-621E-4776-8805-17DC2DEB2B2A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Łącznik prosty 13">
              <a:extLst>
                <a:ext uri="{FF2B5EF4-FFF2-40B4-BE49-F238E27FC236}">
                  <a16:creationId xmlns:a16="http://schemas.microsoft.com/office/drawing/2014/main" id="{4EFD8034-FE34-446D-BB83-87D71E740780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Łącznik prosty 14">
              <a:extLst>
                <a:ext uri="{FF2B5EF4-FFF2-40B4-BE49-F238E27FC236}">
                  <a16:creationId xmlns:a16="http://schemas.microsoft.com/office/drawing/2014/main" id="{F8094A7D-9F32-4BC1-807A-99DF2F31074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Łącznik prosty 15">
              <a:extLst>
                <a:ext uri="{FF2B5EF4-FFF2-40B4-BE49-F238E27FC236}">
                  <a16:creationId xmlns:a16="http://schemas.microsoft.com/office/drawing/2014/main" id="{57259383-E3EA-4FD9-8ED8-83404582FD54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Łącznik prosty 16">
              <a:extLst>
                <a:ext uri="{FF2B5EF4-FFF2-40B4-BE49-F238E27FC236}">
                  <a16:creationId xmlns:a16="http://schemas.microsoft.com/office/drawing/2014/main" id="{AA077C54-7103-434A-AC1C-7F8C94E7DE48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Łącznik prosty 17">
              <a:extLst>
                <a:ext uri="{FF2B5EF4-FFF2-40B4-BE49-F238E27FC236}">
                  <a16:creationId xmlns:a16="http://schemas.microsoft.com/office/drawing/2014/main" id="{F6FEA7A7-36E0-418B-B34C-E78BF293A96C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Łącznik prosty 18">
              <a:extLst>
                <a:ext uri="{FF2B5EF4-FFF2-40B4-BE49-F238E27FC236}">
                  <a16:creationId xmlns:a16="http://schemas.microsoft.com/office/drawing/2014/main" id="{BC33DAE9-7530-473F-B552-AEFA8FB2777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Łącznik prosty 19">
              <a:extLst>
                <a:ext uri="{FF2B5EF4-FFF2-40B4-BE49-F238E27FC236}">
                  <a16:creationId xmlns:a16="http://schemas.microsoft.com/office/drawing/2014/main" id="{EE5A9F99-D683-48ED-A296-1FFD3F21F3A1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Łącznik prosty 20">
              <a:extLst>
                <a:ext uri="{FF2B5EF4-FFF2-40B4-BE49-F238E27FC236}">
                  <a16:creationId xmlns:a16="http://schemas.microsoft.com/office/drawing/2014/main" id="{2D183D34-AB5D-4F46-8E22-B01A42D6AC6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Łącznik prosty 21">
              <a:extLst>
                <a:ext uri="{FF2B5EF4-FFF2-40B4-BE49-F238E27FC236}">
                  <a16:creationId xmlns:a16="http://schemas.microsoft.com/office/drawing/2014/main" id="{84D26E20-E8AB-4CF7-B688-5BFDFA98C9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Łącznik prosty 22">
              <a:extLst>
                <a:ext uri="{FF2B5EF4-FFF2-40B4-BE49-F238E27FC236}">
                  <a16:creationId xmlns:a16="http://schemas.microsoft.com/office/drawing/2014/main" id="{2D5CACA9-37C6-4659-BECC-9BE92661075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Łącznik prosty 23">
              <a:extLst>
                <a:ext uri="{FF2B5EF4-FFF2-40B4-BE49-F238E27FC236}">
                  <a16:creationId xmlns:a16="http://schemas.microsoft.com/office/drawing/2014/main" id="{D43037EA-282B-48DA-A0BF-8B91F2AB9F1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Łącznik prosty 24">
              <a:extLst>
                <a:ext uri="{FF2B5EF4-FFF2-40B4-BE49-F238E27FC236}">
                  <a16:creationId xmlns:a16="http://schemas.microsoft.com/office/drawing/2014/main" id="{C77A6A28-098B-407A-831E-D7948FE5E2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Łącznik prosty 25">
              <a:extLst>
                <a:ext uri="{FF2B5EF4-FFF2-40B4-BE49-F238E27FC236}">
                  <a16:creationId xmlns:a16="http://schemas.microsoft.com/office/drawing/2014/main" id="{2BF6BC88-7C7A-46D2-ADA4-C76A9305F4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Łącznik prosty 26">
              <a:extLst>
                <a:ext uri="{FF2B5EF4-FFF2-40B4-BE49-F238E27FC236}">
                  <a16:creationId xmlns:a16="http://schemas.microsoft.com/office/drawing/2014/main" id="{E47B60D5-0F4B-420A-AB1D-D0294AC71C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Łącznik prosty 27">
              <a:extLst>
                <a:ext uri="{FF2B5EF4-FFF2-40B4-BE49-F238E27FC236}">
                  <a16:creationId xmlns:a16="http://schemas.microsoft.com/office/drawing/2014/main" id="{33834F93-1811-4CFD-83C0-27A8A4B7C34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Łącznik prosty 28">
              <a:extLst>
                <a:ext uri="{FF2B5EF4-FFF2-40B4-BE49-F238E27FC236}">
                  <a16:creationId xmlns:a16="http://schemas.microsoft.com/office/drawing/2014/main" id="{90F437B9-26C4-4229-BB1F-5642B6DFAA0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Łącznik prosty 29">
              <a:extLst>
                <a:ext uri="{FF2B5EF4-FFF2-40B4-BE49-F238E27FC236}">
                  <a16:creationId xmlns:a16="http://schemas.microsoft.com/office/drawing/2014/main" id="{A167DE33-C7E4-48D4-9D60-DDC9998505F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Łącznik prosty 30">
              <a:extLst>
                <a:ext uri="{FF2B5EF4-FFF2-40B4-BE49-F238E27FC236}">
                  <a16:creationId xmlns:a16="http://schemas.microsoft.com/office/drawing/2014/main" id="{3313C28F-6328-443A-8D90-A5449D98ACB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Łącznik prosty 31">
              <a:extLst>
                <a:ext uri="{FF2B5EF4-FFF2-40B4-BE49-F238E27FC236}">
                  <a16:creationId xmlns:a16="http://schemas.microsoft.com/office/drawing/2014/main" id="{F98F2146-C0F1-40F0-8F15-8C43677357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Łącznik prosty 32">
              <a:extLst>
                <a:ext uri="{FF2B5EF4-FFF2-40B4-BE49-F238E27FC236}">
                  <a16:creationId xmlns:a16="http://schemas.microsoft.com/office/drawing/2014/main" id="{A7712F40-2F4A-4840-9A39-5A5D70CF6F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Łącznik prosty 33">
              <a:extLst>
                <a:ext uri="{FF2B5EF4-FFF2-40B4-BE49-F238E27FC236}">
                  <a16:creationId xmlns:a16="http://schemas.microsoft.com/office/drawing/2014/main" id="{80515D50-4076-4227-A8A6-1EB1AFD0ED33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Prostokąt 34">
            <a:extLst>
              <a:ext uri="{FF2B5EF4-FFF2-40B4-BE49-F238E27FC236}">
                <a16:creationId xmlns:a16="http://schemas.microsoft.com/office/drawing/2014/main" id="{6B10FFBE-9594-45E8-A55B-2C29EC499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8742" y="1839842"/>
            <a:ext cx="11791142" cy="44051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Tytuł 1">
            <a:extLst>
              <a:ext uri="{FF2B5EF4-FFF2-40B4-BE49-F238E27FC236}">
                <a16:creationId xmlns:a16="http://schemas.microsoft.com/office/drawing/2014/main" id="{6A6EAAA1-04E1-4507-BB68-77740F2960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4" y="339991"/>
            <a:ext cx="11502142" cy="1499851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algn="ctr">
              <a:defRPr sz="44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algn="ctr" rtl="0">
              <a:lnSpc>
                <a:spcPct val="110000"/>
              </a:lnSpc>
            </a:pPr>
            <a:r>
              <a:rPr lang="pl-PL" noProof="0">
                <a:solidFill>
                  <a:schemeClr val="tx2">
                    <a:alpha val="80000"/>
                  </a:schemeClr>
                </a:solidFill>
                <a:cs typeface="Posterama" panose="020B0504020200020000" pitchFamily="34" charset="0"/>
              </a:rPr>
              <a:t>Kliknij, aby edytować styl</a:t>
            </a:r>
          </a:p>
        </p:txBody>
      </p:sp>
      <p:sp>
        <p:nvSpPr>
          <p:cNvPr id="38" name="Zawartość — symbol zastępczy 37">
            <a:extLst>
              <a:ext uri="{FF2B5EF4-FFF2-40B4-BE49-F238E27FC236}">
                <a16:creationId xmlns:a16="http://schemas.microsoft.com/office/drawing/2014/main" id="{A3DF4F51-7BE0-4413-AE23-6453933363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9788" y="2124075"/>
            <a:ext cx="10512425" cy="390683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400">
                <a:solidFill>
                  <a:schemeClr val="tx1"/>
                </a:solidFill>
              </a:defRPr>
            </a:lvl4pPr>
            <a:lvl5pPr marL="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40" name="Data — symbol zastępczy 3">
            <a:extLst>
              <a:ext uri="{FF2B5EF4-FFF2-40B4-BE49-F238E27FC236}">
                <a16:creationId xmlns:a16="http://schemas.microsoft.com/office/drawing/2014/main" id="{523D1252-F7F4-4FB8-950F-8E4B712E27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20XX-02-02</a:t>
            </a:r>
          </a:p>
        </p:txBody>
      </p:sp>
      <p:sp>
        <p:nvSpPr>
          <p:cNvPr id="41" name="Stopka — symbol zastępczy 4">
            <a:extLst>
              <a:ext uri="{FF2B5EF4-FFF2-40B4-BE49-F238E27FC236}">
                <a16:creationId xmlns:a16="http://schemas.microsoft.com/office/drawing/2014/main" id="{F83A4E74-05AF-4A1F-A4D9-6EF4B285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TYTUŁ PREZENTACJI</a:t>
            </a:r>
          </a:p>
        </p:txBody>
      </p:sp>
      <p:sp>
        <p:nvSpPr>
          <p:cNvPr id="42" name="Numer slajdu — symbol zastępczy 5">
            <a:extLst>
              <a:ext uri="{FF2B5EF4-FFF2-40B4-BE49-F238E27FC236}">
                <a16:creationId xmlns:a16="http://schemas.microsoft.com/office/drawing/2014/main" id="{0E42BF9C-AE51-478A-B770-1FB2E083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11A71338-8BA2-4C79-A6C5-5A8E30081D0C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008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Prostokąt 1">
            <a:extLst>
              <a:ext uri="{FF2B5EF4-FFF2-40B4-BE49-F238E27FC236}">
                <a16:creationId xmlns:a16="http://schemas.microsoft.com/office/drawing/2014/main" id="{14214285-E69B-44FA-8F37-3B82B332A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2086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48A3C966-52CB-4916-B4BA-FF672A064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rójkąt prostokątny 3">
            <a:extLst>
              <a:ext uri="{FF2B5EF4-FFF2-40B4-BE49-F238E27FC236}">
                <a16:creationId xmlns:a16="http://schemas.microsoft.com/office/drawing/2014/main" id="{CB4C4AFF-B140-4B74-98E9-8E0DBC2D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5901199" y="-284145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grpSp>
        <p:nvGrpSpPr>
          <p:cNvPr id="5" name="Grupa 4">
            <a:extLst>
              <a:ext uri="{FF2B5EF4-FFF2-40B4-BE49-F238E27FC236}">
                <a16:creationId xmlns:a16="http://schemas.microsoft.com/office/drawing/2014/main" id="{CE8265C3-9975-474C-9EC6-1865EDA8B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14827" cy="6858000"/>
            <a:chOff x="-6214" y="-1"/>
            <a:chExt cx="12214827" cy="6858000"/>
          </a:xfrm>
        </p:grpSpPr>
        <p:cxnSp>
          <p:nvCxnSpPr>
            <p:cNvPr id="6" name="Łącznik prosty 5">
              <a:extLst>
                <a:ext uri="{FF2B5EF4-FFF2-40B4-BE49-F238E27FC236}">
                  <a16:creationId xmlns:a16="http://schemas.microsoft.com/office/drawing/2014/main" id="{430252D8-1C62-46C0-BAAF-2D16620E3F2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Łącznik prosty 6">
              <a:extLst>
                <a:ext uri="{FF2B5EF4-FFF2-40B4-BE49-F238E27FC236}">
                  <a16:creationId xmlns:a16="http://schemas.microsoft.com/office/drawing/2014/main" id="{3FDBCA84-EA87-46AE-8031-A5D0D41767C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Łącznik prosty 7">
              <a:extLst>
                <a:ext uri="{FF2B5EF4-FFF2-40B4-BE49-F238E27FC236}">
                  <a16:creationId xmlns:a16="http://schemas.microsoft.com/office/drawing/2014/main" id="{3D233BD8-AAA6-4B1E-997F-C2EDAB752A52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Łącznik prosty 8">
              <a:extLst>
                <a:ext uri="{FF2B5EF4-FFF2-40B4-BE49-F238E27FC236}">
                  <a16:creationId xmlns:a16="http://schemas.microsoft.com/office/drawing/2014/main" id="{447343BE-C40B-42DF-9412-19CFE586E63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Łącznik prosty 9">
              <a:extLst>
                <a:ext uri="{FF2B5EF4-FFF2-40B4-BE49-F238E27FC236}">
                  <a16:creationId xmlns:a16="http://schemas.microsoft.com/office/drawing/2014/main" id="{8FB20094-175C-4954-AC21-B3DF7A29FD9B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Łącznik prosty 10">
              <a:extLst>
                <a:ext uri="{FF2B5EF4-FFF2-40B4-BE49-F238E27FC236}">
                  <a16:creationId xmlns:a16="http://schemas.microsoft.com/office/drawing/2014/main" id="{1CB5AAC6-CAF7-49AB-868B-96216F48F522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9B4F6A36-B3CB-477C-8DC4-27974A6E6AB0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74710AA7-7038-4AA1-BF59-5F70CD51DC85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Łącznik prosty 13">
              <a:extLst>
                <a:ext uri="{FF2B5EF4-FFF2-40B4-BE49-F238E27FC236}">
                  <a16:creationId xmlns:a16="http://schemas.microsoft.com/office/drawing/2014/main" id="{FB32F850-461E-4AFE-8859-EF590175A8D8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Łącznik prosty 14">
              <a:extLst>
                <a:ext uri="{FF2B5EF4-FFF2-40B4-BE49-F238E27FC236}">
                  <a16:creationId xmlns:a16="http://schemas.microsoft.com/office/drawing/2014/main" id="{358594BA-77A7-4C7A-89BB-094E0EEC9072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Łącznik prosty 15">
              <a:extLst>
                <a:ext uri="{FF2B5EF4-FFF2-40B4-BE49-F238E27FC236}">
                  <a16:creationId xmlns:a16="http://schemas.microsoft.com/office/drawing/2014/main" id="{6144C66B-6345-41CE-87F1-9835625D215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Łącznik prosty 16">
              <a:extLst>
                <a:ext uri="{FF2B5EF4-FFF2-40B4-BE49-F238E27FC236}">
                  <a16:creationId xmlns:a16="http://schemas.microsoft.com/office/drawing/2014/main" id="{476F4275-9BB8-482F-B133-0A4409246900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Łącznik prosty 17">
              <a:extLst>
                <a:ext uri="{FF2B5EF4-FFF2-40B4-BE49-F238E27FC236}">
                  <a16:creationId xmlns:a16="http://schemas.microsoft.com/office/drawing/2014/main" id="{CF48B500-CA83-4484-AD8A-B2D2D070AC29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Łącznik prosty 18">
              <a:extLst>
                <a:ext uri="{FF2B5EF4-FFF2-40B4-BE49-F238E27FC236}">
                  <a16:creationId xmlns:a16="http://schemas.microsoft.com/office/drawing/2014/main" id="{60090DED-C809-419C-B282-4CF2C023C03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Łącznik prosty 19">
              <a:extLst>
                <a:ext uri="{FF2B5EF4-FFF2-40B4-BE49-F238E27FC236}">
                  <a16:creationId xmlns:a16="http://schemas.microsoft.com/office/drawing/2014/main" id="{07812DB4-DFE4-4544-B138-17181A0765EB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Łącznik prosty 20">
              <a:extLst>
                <a:ext uri="{FF2B5EF4-FFF2-40B4-BE49-F238E27FC236}">
                  <a16:creationId xmlns:a16="http://schemas.microsoft.com/office/drawing/2014/main" id="{BB7C4281-5CEE-4DDC-A1C3-643D462CF979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Łącznik prosty 21">
              <a:extLst>
                <a:ext uri="{FF2B5EF4-FFF2-40B4-BE49-F238E27FC236}">
                  <a16:creationId xmlns:a16="http://schemas.microsoft.com/office/drawing/2014/main" id="{967C4728-2C62-4235-A5E5-C1BC3E3A7D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Łącznik prosty 22">
              <a:extLst>
                <a:ext uri="{FF2B5EF4-FFF2-40B4-BE49-F238E27FC236}">
                  <a16:creationId xmlns:a16="http://schemas.microsoft.com/office/drawing/2014/main" id="{5A6AFA3C-432C-422E-8648-0294B214BD4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Łącznik prosty 23">
              <a:extLst>
                <a:ext uri="{FF2B5EF4-FFF2-40B4-BE49-F238E27FC236}">
                  <a16:creationId xmlns:a16="http://schemas.microsoft.com/office/drawing/2014/main" id="{B3AB0C1E-8902-4F27-9C8B-4EAD269CB0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Łącznik prosty 24">
              <a:extLst>
                <a:ext uri="{FF2B5EF4-FFF2-40B4-BE49-F238E27FC236}">
                  <a16:creationId xmlns:a16="http://schemas.microsoft.com/office/drawing/2014/main" id="{514D8F3C-E2CF-4B21-8A75-F7E2C93419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Łącznik prosty 25">
              <a:extLst>
                <a:ext uri="{FF2B5EF4-FFF2-40B4-BE49-F238E27FC236}">
                  <a16:creationId xmlns:a16="http://schemas.microsoft.com/office/drawing/2014/main" id="{973221B9-91B2-4BEA-A3AE-41740B0ED3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Łącznik prosty 26">
              <a:extLst>
                <a:ext uri="{FF2B5EF4-FFF2-40B4-BE49-F238E27FC236}">
                  <a16:creationId xmlns:a16="http://schemas.microsoft.com/office/drawing/2014/main" id="{C378359E-9B9D-46E3-8C5F-50F2DDC78B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Łącznik prosty 27">
              <a:extLst>
                <a:ext uri="{FF2B5EF4-FFF2-40B4-BE49-F238E27FC236}">
                  <a16:creationId xmlns:a16="http://schemas.microsoft.com/office/drawing/2014/main" id="{0C909D46-962B-42D0-B061-0E7496E67E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Łącznik prosty 28">
              <a:extLst>
                <a:ext uri="{FF2B5EF4-FFF2-40B4-BE49-F238E27FC236}">
                  <a16:creationId xmlns:a16="http://schemas.microsoft.com/office/drawing/2014/main" id="{EBA859C6-92B5-4DD3-A147-73B1350FF3C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Łącznik prosty 29">
              <a:extLst>
                <a:ext uri="{FF2B5EF4-FFF2-40B4-BE49-F238E27FC236}">
                  <a16:creationId xmlns:a16="http://schemas.microsoft.com/office/drawing/2014/main" id="{1926E7FA-BD78-40EC-BD71-DD58D0410E5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Łącznik prosty 30">
              <a:extLst>
                <a:ext uri="{FF2B5EF4-FFF2-40B4-BE49-F238E27FC236}">
                  <a16:creationId xmlns:a16="http://schemas.microsoft.com/office/drawing/2014/main" id="{0CC56267-308A-47A2-9533-FA19C9ECCD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Łącznik prosty 31">
              <a:extLst>
                <a:ext uri="{FF2B5EF4-FFF2-40B4-BE49-F238E27FC236}">
                  <a16:creationId xmlns:a16="http://schemas.microsoft.com/office/drawing/2014/main" id="{AB57300A-1BE1-4257-AB52-6BBDA69F19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Łącznik prosty 32">
              <a:extLst>
                <a:ext uri="{FF2B5EF4-FFF2-40B4-BE49-F238E27FC236}">
                  <a16:creationId xmlns:a16="http://schemas.microsoft.com/office/drawing/2014/main" id="{9722AA96-3A9B-4BE2-B7A3-D4B32EF3D46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Łącznik prosty 33">
              <a:extLst>
                <a:ext uri="{FF2B5EF4-FFF2-40B4-BE49-F238E27FC236}">
                  <a16:creationId xmlns:a16="http://schemas.microsoft.com/office/drawing/2014/main" id="{6BD30F02-803D-4FDF-AA50-E6144C01D805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Prostokąt 34">
            <a:extLst>
              <a:ext uri="{FF2B5EF4-FFF2-40B4-BE49-F238E27FC236}">
                <a16:creationId xmlns:a16="http://schemas.microsoft.com/office/drawing/2014/main" id="{9E5E795C-10D5-4BFA-AFD1-F1128D94F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98742" y="1839842"/>
            <a:ext cx="11791142" cy="44051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Tytuł 1">
            <a:extLst>
              <a:ext uri="{FF2B5EF4-FFF2-40B4-BE49-F238E27FC236}">
                <a16:creationId xmlns:a16="http://schemas.microsoft.com/office/drawing/2014/main" id="{4CBDD123-7FC3-4DB0-9740-BA9F7A8BF0F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4" y="339991"/>
            <a:ext cx="11502142" cy="1499851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algn="ctr">
              <a:defRPr sz="44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pPr algn="ctr" rtl="0">
              <a:lnSpc>
                <a:spcPct val="110000"/>
              </a:lnSpc>
            </a:pPr>
            <a:r>
              <a:rPr lang="pl-PL" noProof="0">
                <a:solidFill>
                  <a:schemeClr val="tx2">
                    <a:alpha val="80000"/>
                  </a:schemeClr>
                </a:solidFill>
                <a:cs typeface="Posterama" panose="020B0504020200020000" pitchFamily="34" charset="0"/>
              </a:rPr>
              <a:t>Kliknij, aby edytować styl</a:t>
            </a:r>
          </a:p>
        </p:txBody>
      </p:sp>
      <p:sp>
        <p:nvSpPr>
          <p:cNvPr id="37" name="Data — symbol zastępczy 3">
            <a:extLst>
              <a:ext uri="{FF2B5EF4-FFF2-40B4-BE49-F238E27FC236}">
                <a16:creationId xmlns:a16="http://schemas.microsoft.com/office/drawing/2014/main" id="{24199D58-7108-494B-8A84-EB5906E2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20XX-02-02</a:t>
            </a:r>
          </a:p>
        </p:txBody>
      </p:sp>
      <p:sp>
        <p:nvSpPr>
          <p:cNvPr id="38" name="Stopka — symbol zastępczy 4">
            <a:extLst>
              <a:ext uri="{FF2B5EF4-FFF2-40B4-BE49-F238E27FC236}">
                <a16:creationId xmlns:a16="http://schemas.microsoft.com/office/drawing/2014/main" id="{3AAF141C-063A-4050-A290-B4B15D7D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TYTUŁ PREZENTACJI</a:t>
            </a:r>
          </a:p>
        </p:txBody>
      </p:sp>
      <p:sp>
        <p:nvSpPr>
          <p:cNvPr id="39" name="Numer slajdu — symbol zastępczy 5">
            <a:extLst>
              <a:ext uri="{FF2B5EF4-FFF2-40B4-BE49-F238E27FC236}">
                <a16:creationId xmlns:a16="http://schemas.microsoft.com/office/drawing/2014/main" id="{A3C23607-1575-4DAD-BCAD-E0DEAE79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11A71338-8BA2-4C79-A6C5-5A8E30081D0C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43" name="Zawartość — symbol zastępczy 37">
            <a:extLst>
              <a:ext uri="{FF2B5EF4-FFF2-40B4-BE49-F238E27FC236}">
                <a16:creationId xmlns:a16="http://schemas.microsoft.com/office/drawing/2014/main" id="{64C5BEB3-C2F1-4083-B518-6A3C5E3D91C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5461" y="2419525"/>
            <a:ext cx="9621076" cy="333480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400">
                <a:solidFill>
                  <a:schemeClr val="tx1"/>
                </a:solidFill>
              </a:defRPr>
            </a:lvl4pPr>
            <a:lvl5pPr marL="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</p:spTree>
    <p:extLst>
      <p:ext uri="{BB962C8B-B14F-4D97-AF65-F5344CB8AC3E}">
        <p14:creationId xmlns:p14="http://schemas.microsoft.com/office/powerpoint/2010/main" val="335485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Prostokąt 1">
            <a:extLst>
              <a:ext uri="{FF2B5EF4-FFF2-40B4-BE49-F238E27FC236}">
                <a16:creationId xmlns:a16="http://schemas.microsoft.com/office/drawing/2014/main" id="{A0A1C8BA-EE32-4677-A0DB-E8B4A936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rtl="0"/>
            <a:endParaRPr lang="pl-PL" noProof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44" name="Obraz — symbol zastępczy 43">
            <a:extLst>
              <a:ext uri="{FF2B5EF4-FFF2-40B4-BE49-F238E27FC236}">
                <a16:creationId xmlns:a16="http://schemas.microsoft.com/office/drawing/2014/main" id="{5579473C-4A97-4174-B0C4-C4B3192B740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 anchor="ctr"/>
          <a:lstStyle>
            <a:lvl1pPr marL="0" indent="0" algn="ctr">
              <a:buNone/>
              <a:defRPr>
                <a:latin typeface="Calibri" panose="020F0502020204030204" pitchFamily="34" charset="0"/>
              </a:defRPr>
            </a:lvl1pPr>
          </a:lstStyle>
          <a:p>
            <a:pPr rtl="0"/>
            <a:r>
              <a:rPr lang="pl-PL" noProof="0"/>
              <a:t>Wstaw zdjęcie tutaj</a:t>
            </a:r>
          </a:p>
        </p:txBody>
      </p:sp>
      <p:sp>
        <p:nvSpPr>
          <p:cNvPr id="35" name="Tytuł 1">
            <a:extLst>
              <a:ext uri="{FF2B5EF4-FFF2-40B4-BE49-F238E27FC236}">
                <a16:creationId xmlns:a16="http://schemas.microsoft.com/office/drawing/2014/main" id="{31A29B09-9725-4A06-8144-D0350E248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" y="-1"/>
            <a:ext cx="12167616" cy="3278531"/>
          </a:xfrm>
          <a:custGeom>
            <a:avLst/>
            <a:gdLst>
              <a:gd name="connsiteX0" fmla="*/ 0 w 12167616"/>
              <a:gd name="connsiteY0" fmla="*/ 0 h 3048002"/>
              <a:gd name="connsiteX1" fmla="*/ 12167616 w 12167616"/>
              <a:gd name="connsiteY1" fmla="*/ 0 h 3048002"/>
              <a:gd name="connsiteX2" fmla="*/ 12167616 w 12167616"/>
              <a:gd name="connsiteY2" fmla="*/ 3048002 h 3048002"/>
              <a:gd name="connsiteX3" fmla="*/ 0 w 12167616"/>
              <a:gd name="connsiteY3" fmla="*/ 3048002 h 3048002"/>
              <a:gd name="connsiteX4" fmla="*/ 0 w 12167616"/>
              <a:gd name="connsiteY4" fmla="*/ 0 h 3048002"/>
              <a:gd name="connsiteX0" fmla="*/ 0 w 12167616"/>
              <a:gd name="connsiteY0" fmla="*/ 0 h 3276633"/>
              <a:gd name="connsiteX1" fmla="*/ 12167616 w 12167616"/>
              <a:gd name="connsiteY1" fmla="*/ 0 h 3276633"/>
              <a:gd name="connsiteX2" fmla="*/ 12167616 w 12167616"/>
              <a:gd name="connsiteY2" fmla="*/ 3048002 h 3276633"/>
              <a:gd name="connsiteX3" fmla="*/ 3226308 w 12167616"/>
              <a:gd name="connsiteY3" fmla="*/ 3276602 h 3276633"/>
              <a:gd name="connsiteX4" fmla="*/ 0 w 12167616"/>
              <a:gd name="connsiteY4" fmla="*/ 3048002 h 3276633"/>
              <a:gd name="connsiteX5" fmla="*/ 0 w 12167616"/>
              <a:gd name="connsiteY5" fmla="*/ 0 h 3276633"/>
              <a:gd name="connsiteX0" fmla="*/ 0 w 12167616"/>
              <a:gd name="connsiteY0" fmla="*/ 0 h 3277205"/>
              <a:gd name="connsiteX1" fmla="*/ 12167616 w 12167616"/>
              <a:gd name="connsiteY1" fmla="*/ 0 h 3277205"/>
              <a:gd name="connsiteX2" fmla="*/ 12167616 w 12167616"/>
              <a:gd name="connsiteY2" fmla="*/ 3048002 h 3277205"/>
              <a:gd name="connsiteX3" fmla="*/ 7493508 w 12167616"/>
              <a:gd name="connsiteY3" fmla="*/ 2819402 h 3277205"/>
              <a:gd name="connsiteX4" fmla="*/ 3226308 w 12167616"/>
              <a:gd name="connsiteY4" fmla="*/ 3276602 h 3277205"/>
              <a:gd name="connsiteX5" fmla="*/ 0 w 12167616"/>
              <a:gd name="connsiteY5" fmla="*/ 3048002 h 3277205"/>
              <a:gd name="connsiteX6" fmla="*/ 0 w 12167616"/>
              <a:gd name="connsiteY6" fmla="*/ 0 h 3277205"/>
              <a:gd name="connsiteX0" fmla="*/ 0 w 12167616"/>
              <a:gd name="connsiteY0" fmla="*/ 0 h 3277205"/>
              <a:gd name="connsiteX1" fmla="*/ 12167616 w 12167616"/>
              <a:gd name="connsiteY1" fmla="*/ 0 h 3277205"/>
              <a:gd name="connsiteX2" fmla="*/ 12158091 w 12167616"/>
              <a:gd name="connsiteY2" fmla="*/ 2495552 h 3277205"/>
              <a:gd name="connsiteX3" fmla="*/ 7493508 w 12167616"/>
              <a:gd name="connsiteY3" fmla="*/ 2819402 h 3277205"/>
              <a:gd name="connsiteX4" fmla="*/ 3226308 w 12167616"/>
              <a:gd name="connsiteY4" fmla="*/ 3276602 h 3277205"/>
              <a:gd name="connsiteX5" fmla="*/ 0 w 12167616"/>
              <a:gd name="connsiteY5" fmla="*/ 3048002 h 3277205"/>
              <a:gd name="connsiteX6" fmla="*/ 0 w 12167616"/>
              <a:gd name="connsiteY6" fmla="*/ 0 h 3277205"/>
              <a:gd name="connsiteX0" fmla="*/ 0 w 12167616"/>
              <a:gd name="connsiteY0" fmla="*/ 0 h 3277205"/>
              <a:gd name="connsiteX1" fmla="*/ 12167616 w 12167616"/>
              <a:gd name="connsiteY1" fmla="*/ 0 h 3277205"/>
              <a:gd name="connsiteX2" fmla="*/ 12158091 w 12167616"/>
              <a:gd name="connsiteY2" fmla="*/ 2495552 h 3277205"/>
              <a:gd name="connsiteX3" fmla="*/ 7493508 w 12167616"/>
              <a:gd name="connsiteY3" fmla="*/ 2819402 h 3277205"/>
              <a:gd name="connsiteX4" fmla="*/ 3226308 w 12167616"/>
              <a:gd name="connsiteY4" fmla="*/ 3276602 h 3277205"/>
              <a:gd name="connsiteX5" fmla="*/ 0 w 12167616"/>
              <a:gd name="connsiteY5" fmla="*/ 3048002 h 3277205"/>
              <a:gd name="connsiteX6" fmla="*/ 0 w 12167616"/>
              <a:gd name="connsiteY6" fmla="*/ 0 h 3277205"/>
              <a:gd name="connsiteX0" fmla="*/ 0 w 12167616"/>
              <a:gd name="connsiteY0" fmla="*/ 0 h 3277205"/>
              <a:gd name="connsiteX1" fmla="*/ 12167616 w 12167616"/>
              <a:gd name="connsiteY1" fmla="*/ 0 h 3277205"/>
              <a:gd name="connsiteX2" fmla="*/ 12158091 w 12167616"/>
              <a:gd name="connsiteY2" fmla="*/ 2495552 h 3277205"/>
              <a:gd name="connsiteX3" fmla="*/ 7493508 w 12167616"/>
              <a:gd name="connsiteY3" fmla="*/ 2819402 h 3277205"/>
              <a:gd name="connsiteX4" fmla="*/ 3226308 w 12167616"/>
              <a:gd name="connsiteY4" fmla="*/ 3276602 h 3277205"/>
              <a:gd name="connsiteX5" fmla="*/ 0 w 12167616"/>
              <a:gd name="connsiteY5" fmla="*/ 3048002 h 3277205"/>
              <a:gd name="connsiteX6" fmla="*/ 0 w 12167616"/>
              <a:gd name="connsiteY6" fmla="*/ 0 h 3277205"/>
              <a:gd name="connsiteX0" fmla="*/ 0 w 12167616"/>
              <a:gd name="connsiteY0" fmla="*/ 0 h 3277912"/>
              <a:gd name="connsiteX1" fmla="*/ 12167616 w 12167616"/>
              <a:gd name="connsiteY1" fmla="*/ 0 h 3277912"/>
              <a:gd name="connsiteX2" fmla="*/ 12158091 w 12167616"/>
              <a:gd name="connsiteY2" fmla="*/ 2495552 h 3277912"/>
              <a:gd name="connsiteX3" fmla="*/ 7493508 w 12167616"/>
              <a:gd name="connsiteY3" fmla="*/ 2819402 h 3277912"/>
              <a:gd name="connsiteX4" fmla="*/ 3226308 w 12167616"/>
              <a:gd name="connsiteY4" fmla="*/ 3276602 h 3277912"/>
              <a:gd name="connsiteX5" fmla="*/ 0 w 12167616"/>
              <a:gd name="connsiteY5" fmla="*/ 3048002 h 3277912"/>
              <a:gd name="connsiteX6" fmla="*/ 0 w 12167616"/>
              <a:gd name="connsiteY6" fmla="*/ 0 h 3277912"/>
              <a:gd name="connsiteX0" fmla="*/ 0 w 12167616"/>
              <a:gd name="connsiteY0" fmla="*/ 0 h 3278531"/>
              <a:gd name="connsiteX1" fmla="*/ 12167616 w 12167616"/>
              <a:gd name="connsiteY1" fmla="*/ 0 h 3278531"/>
              <a:gd name="connsiteX2" fmla="*/ 12158091 w 12167616"/>
              <a:gd name="connsiteY2" fmla="*/ 2495552 h 3278531"/>
              <a:gd name="connsiteX3" fmla="*/ 7493508 w 12167616"/>
              <a:gd name="connsiteY3" fmla="*/ 2819402 h 3278531"/>
              <a:gd name="connsiteX4" fmla="*/ 3226308 w 12167616"/>
              <a:gd name="connsiteY4" fmla="*/ 3276602 h 3278531"/>
              <a:gd name="connsiteX5" fmla="*/ 0 w 12167616"/>
              <a:gd name="connsiteY5" fmla="*/ 3048002 h 3278531"/>
              <a:gd name="connsiteX6" fmla="*/ 0 w 12167616"/>
              <a:gd name="connsiteY6" fmla="*/ 0 h 3278531"/>
              <a:gd name="connsiteX0" fmla="*/ 0 w 12167616"/>
              <a:gd name="connsiteY0" fmla="*/ 0 h 3278531"/>
              <a:gd name="connsiteX1" fmla="*/ 12167616 w 12167616"/>
              <a:gd name="connsiteY1" fmla="*/ 0 h 3278531"/>
              <a:gd name="connsiteX2" fmla="*/ 12158091 w 12167616"/>
              <a:gd name="connsiteY2" fmla="*/ 2495552 h 3278531"/>
              <a:gd name="connsiteX3" fmla="*/ 7493508 w 12167616"/>
              <a:gd name="connsiteY3" fmla="*/ 2819402 h 3278531"/>
              <a:gd name="connsiteX4" fmla="*/ 3226308 w 12167616"/>
              <a:gd name="connsiteY4" fmla="*/ 3276602 h 3278531"/>
              <a:gd name="connsiteX5" fmla="*/ 0 w 12167616"/>
              <a:gd name="connsiteY5" fmla="*/ 3048002 h 3278531"/>
              <a:gd name="connsiteX6" fmla="*/ 0 w 12167616"/>
              <a:gd name="connsiteY6" fmla="*/ 0 h 3278531"/>
              <a:gd name="connsiteX0" fmla="*/ 0 w 12167616"/>
              <a:gd name="connsiteY0" fmla="*/ 0 h 3278531"/>
              <a:gd name="connsiteX1" fmla="*/ 12167616 w 12167616"/>
              <a:gd name="connsiteY1" fmla="*/ 0 h 3278531"/>
              <a:gd name="connsiteX2" fmla="*/ 12158091 w 12167616"/>
              <a:gd name="connsiteY2" fmla="*/ 2495552 h 3278531"/>
              <a:gd name="connsiteX3" fmla="*/ 7493508 w 12167616"/>
              <a:gd name="connsiteY3" fmla="*/ 2819402 h 3278531"/>
              <a:gd name="connsiteX4" fmla="*/ 3226308 w 12167616"/>
              <a:gd name="connsiteY4" fmla="*/ 3276602 h 3278531"/>
              <a:gd name="connsiteX5" fmla="*/ 0 w 12167616"/>
              <a:gd name="connsiteY5" fmla="*/ 3048002 h 3278531"/>
              <a:gd name="connsiteX6" fmla="*/ 0 w 12167616"/>
              <a:gd name="connsiteY6" fmla="*/ 0 h 3278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67616" h="3278531">
                <a:moveTo>
                  <a:pt x="0" y="0"/>
                </a:moveTo>
                <a:lnTo>
                  <a:pt x="12167616" y="0"/>
                </a:lnTo>
                <a:lnTo>
                  <a:pt x="12158091" y="2495552"/>
                </a:lnTo>
                <a:cubicBezTo>
                  <a:pt x="11077448" y="2460627"/>
                  <a:pt x="8936101" y="2571752"/>
                  <a:pt x="7493508" y="2819402"/>
                </a:cubicBezTo>
                <a:cubicBezTo>
                  <a:pt x="5984240" y="3009902"/>
                  <a:pt x="5107051" y="3305177"/>
                  <a:pt x="3226308" y="3276602"/>
                </a:cubicBezTo>
                <a:cubicBezTo>
                  <a:pt x="1579372" y="3257552"/>
                  <a:pt x="1046861" y="3171827"/>
                  <a:pt x="0" y="304800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60000"/>
            </a:schemeClr>
          </a:solidFill>
        </p:spPr>
        <p:txBody>
          <a:bodyPr lIns="1600200" tIns="731520" rIns="731520" rtlCol="0"/>
          <a:lstStyle>
            <a:lvl1pPr algn="l">
              <a:defRPr sz="4400" baseline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r>
              <a:rPr lang="pl-PL" noProof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Kliknij, aby edytować styl</a:t>
            </a:r>
          </a:p>
        </p:txBody>
      </p:sp>
      <p:sp>
        <p:nvSpPr>
          <p:cNvPr id="36" name="Podtytuł 2">
            <a:extLst>
              <a:ext uri="{FF2B5EF4-FFF2-40B4-BE49-F238E27FC236}">
                <a16:creationId xmlns:a16="http://schemas.microsoft.com/office/drawing/2014/main" id="{0BC153F2-4F90-4C1D-9840-7ED0BE6CC07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71625" y="2057400"/>
            <a:ext cx="9144000" cy="697889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320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defRPr>
            </a:lvl1pPr>
          </a:lstStyle>
          <a:p>
            <a:pPr rtl="0">
              <a:lnSpc>
                <a:spcPct val="110000"/>
              </a:lnSpc>
              <a:tabLst>
                <a:tab pos="4686300" algn="l"/>
              </a:tabLst>
            </a:pPr>
            <a:r>
              <a:rPr lang="pl-PL" sz="2200" noProof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Kliknij, aby dodać podtytuł</a:t>
            </a:r>
          </a:p>
        </p:txBody>
      </p:sp>
      <p:sp>
        <p:nvSpPr>
          <p:cNvPr id="40" name="Data — symbol zastępczy 3">
            <a:extLst>
              <a:ext uri="{FF2B5EF4-FFF2-40B4-BE49-F238E27FC236}">
                <a16:creationId xmlns:a16="http://schemas.microsoft.com/office/drawing/2014/main" id="{16DF808F-D351-410D-9F2D-398F165083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20XX-02-02</a:t>
            </a:r>
          </a:p>
        </p:txBody>
      </p:sp>
      <p:sp>
        <p:nvSpPr>
          <p:cNvPr id="41" name="Stopka — symbol zastępczy 4">
            <a:extLst>
              <a:ext uri="{FF2B5EF4-FFF2-40B4-BE49-F238E27FC236}">
                <a16:creationId xmlns:a16="http://schemas.microsoft.com/office/drawing/2014/main" id="{5CBDF859-0E53-403F-BDF5-D2ACFDE0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TYTUŁ PREZENTACJI</a:t>
            </a:r>
          </a:p>
        </p:txBody>
      </p:sp>
      <p:sp>
        <p:nvSpPr>
          <p:cNvPr id="42" name="Numer slajdu — symbol zastępczy 5">
            <a:extLst>
              <a:ext uri="{FF2B5EF4-FFF2-40B4-BE49-F238E27FC236}">
                <a16:creationId xmlns:a16="http://schemas.microsoft.com/office/drawing/2014/main" id="{6C783243-E8EE-43A9-8751-47F28258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11A71338-8BA2-4C79-A6C5-5A8E30081D0C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756474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spó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5CF8AECF-5A92-463B-BA47-0FCC18460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93EE04FB-7154-40A4-B450-6D374EEA1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"/>
            <a:ext cx="1220861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rójkąt prostokątny 3">
            <a:extLst>
              <a:ext uri="{FF2B5EF4-FFF2-40B4-BE49-F238E27FC236}">
                <a16:creationId xmlns:a16="http://schemas.microsoft.com/office/drawing/2014/main" id="{9CC78B40-9FD9-446A-B45F-300105F79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0000">
            <a:off x="-284145" y="5174205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grpSp>
        <p:nvGrpSpPr>
          <p:cNvPr id="5" name="Grupa 4">
            <a:extLst>
              <a:ext uri="{FF2B5EF4-FFF2-40B4-BE49-F238E27FC236}">
                <a16:creationId xmlns:a16="http://schemas.microsoft.com/office/drawing/2014/main" id="{530379A0-5C8C-401F-999E-853BBE819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Łącznik prosty 5">
              <a:extLst>
                <a:ext uri="{FF2B5EF4-FFF2-40B4-BE49-F238E27FC236}">
                  <a16:creationId xmlns:a16="http://schemas.microsoft.com/office/drawing/2014/main" id="{6BAD8CB8-0B8F-4FFC-9B53-0A25A6D8C271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Łącznik prosty 6">
              <a:extLst>
                <a:ext uri="{FF2B5EF4-FFF2-40B4-BE49-F238E27FC236}">
                  <a16:creationId xmlns:a16="http://schemas.microsoft.com/office/drawing/2014/main" id="{A06EB755-19BC-4135-AC9E-216BD9EFBC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Łącznik prosty 7">
              <a:extLst>
                <a:ext uri="{FF2B5EF4-FFF2-40B4-BE49-F238E27FC236}">
                  <a16:creationId xmlns:a16="http://schemas.microsoft.com/office/drawing/2014/main" id="{FABBCDE1-ED90-46D4-A54F-8DF75E6355D9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Łącznik prosty 8">
              <a:extLst>
                <a:ext uri="{FF2B5EF4-FFF2-40B4-BE49-F238E27FC236}">
                  <a16:creationId xmlns:a16="http://schemas.microsoft.com/office/drawing/2014/main" id="{617EE92D-999B-42DC-AE5F-C0EF864B3A76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Łącznik prosty 9">
              <a:extLst>
                <a:ext uri="{FF2B5EF4-FFF2-40B4-BE49-F238E27FC236}">
                  <a16:creationId xmlns:a16="http://schemas.microsoft.com/office/drawing/2014/main" id="{0D2D8FEC-E645-4653-AED1-8AC4726539B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Łącznik prosty 10">
              <a:extLst>
                <a:ext uri="{FF2B5EF4-FFF2-40B4-BE49-F238E27FC236}">
                  <a16:creationId xmlns:a16="http://schemas.microsoft.com/office/drawing/2014/main" id="{D24F2FD6-0640-4CC1-8BC0-943E18377221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53428DDD-12A7-460B-812A-8B399DB06E80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D5338223-5FF2-41AC-983B-2579BF283589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Łącznik prosty 13">
              <a:extLst>
                <a:ext uri="{FF2B5EF4-FFF2-40B4-BE49-F238E27FC236}">
                  <a16:creationId xmlns:a16="http://schemas.microsoft.com/office/drawing/2014/main" id="{205BC773-8A9D-4A41-AB44-232E27D97A01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Łącznik prosty 14">
              <a:extLst>
                <a:ext uri="{FF2B5EF4-FFF2-40B4-BE49-F238E27FC236}">
                  <a16:creationId xmlns:a16="http://schemas.microsoft.com/office/drawing/2014/main" id="{88C44602-D29E-4377-8B26-1026454E539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Łącznik prosty 15">
              <a:extLst>
                <a:ext uri="{FF2B5EF4-FFF2-40B4-BE49-F238E27FC236}">
                  <a16:creationId xmlns:a16="http://schemas.microsoft.com/office/drawing/2014/main" id="{62256972-09FB-4BB3-9C4C-E3B88A018FBA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Łącznik prosty 16">
              <a:extLst>
                <a:ext uri="{FF2B5EF4-FFF2-40B4-BE49-F238E27FC236}">
                  <a16:creationId xmlns:a16="http://schemas.microsoft.com/office/drawing/2014/main" id="{0134E892-CE91-40D7-92B3-CDD7EC5FA953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Łącznik prosty 17">
              <a:extLst>
                <a:ext uri="{FF2B5EF4-FFF2-40B4-BE49-F238E27FC236}">
                  <a16:creationId xmlns:a16="http://schemas.microsoft.com/office/drawing/2014/main" id="{87C3F8A2-919C-48E1-80E9-3CE46ED50A89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Łącznik prosty 18">
              <a:extLst>
                <a:ext uri="{FF2B5EF4-FFF2-40B4-BE49-F238E27FC236}">
                  <a16:creationId xmlns:a16="http://schemas.microsoft.com/office/drawing/2014/main" id="{5F8EAB05-F7F8-4E3A-90CA-1F649D8F75C3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Łącznik prosty 19">
              <a:extLst>
                <a:ext uri="{FF2B5EF4-FFF2-40B4-BE49-F238E27FC236}">
                  <a16:creationId xmlns:a16="http://schemas.microsoft.com/office/drawing/2014/main" id="{3DEB4BDA-07F6-406A-9F3D-B698C40621E2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Łącznik prosty 20">
              <a:extLst>
                <a:ext uri="{FF2B5EF4-FFF2-40B4-BE49-F238E27FC236}">
                  <a16:creationId xmlns:a16="http://schemas.microsoft.com/office/drawing/2014/main" id="{07F9A11A-092D-46B1-9A4A-1D4B6EA5ACB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Łącznik prosty 21">
              <a:extLst>
                <a:ext uri="{FF2B5EF4-FFF2-40B4-BE49-F238E27FC236}">
                  <a16:creationId xmlns:a16="http://schemas.microsoft.com/office/drawing/2014/main" id="{0001BAA7-FA74-4D23-BA66-9B69F5C93BF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Łącznik prosty 22">
              <a:extLst>
                <a:ext uri="{FF2B5EF4-FFF2-40B4-BE49-F238E27FC236}">
                  <a16:creationId xmlns:a16="http://schemas.microsoft.com/office/drawing/2014/main" id="{C9A5E888-F108-4A4B-8F5C-BDDA111A2C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Łącznik prosty 23">
              <a:extLst>
                <a:ext uri="{FF2B5EF4-FFF2-40B4-BE49-F238E27FC236}">
                  <a16:creationId xmlns:a16="http://schemas.microsoft.com/office/drawing/2014/main" id="{D6BEBDE4-B729-4E11-BF86-C230F3E43ED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Łącznik prosty 24">
              <a:extLst>
                <a:ext uri="{FF2B5EF4-FFF2-40B4-BE49-F238E27FC236}">
                  <a16:creationId xmlns:a16="http://schemas.microsoft.com/office/drawing/2014/main" id="{D89A8680-5A41-4BF5-8D16-9527D5255B5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Łącznik prosty 25">
              <a:extLst>
                <a:ext uri="{FF2B5EF4-FFF2-40B4-BE49-F238E27FC236}">
                  <a16:creationId xmlns:a16="http://schemas.microsoft.com/office/drawing/2014/main" id="{6CECFD79-4E24-4938-B106-D35D6B7557A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Łącznik prosty 26">
              <a:extLst>
                <a:ext uri="{FF2B5EF4-FFF2-40B4-BE49-F238E27FC236}">
                  <a16:creationId xmlns:a16="http://schemas.microsoft.com/office/drawing/2014/main" id="{DCA81B51-2EF6-40AB-90F9-7BCBEBEAA09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Łącznik prosty 27">
              <a:extLst>
                <a:ext uri="{FF2B5EF4-FFF2-40B4-BE49-F238E27FC236}">
                  <a16:creationId xmlns:a16="http://schemas.microsoft.com/office/drawing/2014/main" id="{95BAA676-23D8-4C3F-852F-187DC2B66BF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Łącznik prosty 28">
              <a:extLst>
                <a:ext uri="{FF2B5EF4-FFF2-40B4-BE49-F238E27FC236}">
                  <a16:creationId xmlns:a16="http://schemas.microsoft.com/office/drawing/2014/main" id="{CA6E4405-CD90-4F7F-85B0-08CF800D99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Łącznik prosty 29">
              <a:extLst>
                <a:ext uri="{FF2B5EF4-FFF2-40B4-BE49-F238E27FC236}">
                  <a16:creationId xmlns:a16="http://schemas.microsoft.com/office/drawing/2014/main" id="{8DD2B8C8-4CC0-425C-9E23-15300BEF5B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Łącznik prosty 30">
              <a:extLst>
                <a:ext uri="{FF2B5EF4-FFF2-40B4-BE49-F238E27FC236}">
                  <a16:creationId xmlns:a16="http://schemas.microsoft.com/office/drawing/2014/main" id="{E84B1743-F5A2-44CC-A085-7DF4AD9F9FD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Łącznik prosty 31">
              <a:extLst>
                <a:ext uri="{FF2B5EF4-FFF2-40B4-BE49-F238E27FC236}">
                  <a16:creationId xmlns:a16="http://schemas.microsoft.com/office/drawing/2014/main" id="{C31D2A5C-768C-44BE-BCC2-DE75C8D366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Łącznik prosty 32">
              <a:extLst>
                <a:ext uri="{FF2B5EF4-FFF2-40B4-BE49-F238E27FC236}">
                  <a16:creationId xmlns:a16="http://schemas.microsoft.com/office/drawing/2014/main" id="{F4196A7A-2609-45EB-A922-866317428BA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Łącznik prosty 33">
              <a:extLst>
                <a:ext uri="{FF2B5EF4-FFF2-40B4-BE49-F238E27FC236}">
                  <a16:creationId xmlns:a16="http://schemas.microsoft.com/office/drawing/2014/main" id="{653E6B24-2886-472E-9BCF-702135CB99E5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Schemat blokowy: Dokument 8">
            <a:extLst>
              <a:ext uri="{FF2B5EF4-FFF2-40B4-BE49-F238E27FC236}">
                <a16:creationId xmlns:a16="http://schemas.microsoft.com/office/drawing/2014/main" id="{8950255A-61D7-40B8-81A8-E5551BC99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6214" y="-31894"/>
            <a:ext cx="12214827" cy="4760619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  <a:gd name="connsiteX0" fmla="*/ 17 w 21656"/>
              <a:gd name="connsiteY0" fmla="*/ 147 h 47742"/>
              <a:gd name="connsiteX1" fmla="*/ 21637 w 21656"/>
              <a:gd name="connsiteY1" fmla="*/ 0 h 47742"/>
              <a:gd name="connsiteX2" fmla="*/ 21656 w 21656"/>
              <a:gd name="connsiteY2" fmla="*/ 43796 h 47742"/>
              <a:gd name="connsiteX3" fmla="*/ 0 w 21656"/>
              <a:gd name="connsiteY3" fmla="*/ 46582 h 47742"/>
              <a:gd name="connsiteX4" fmla="*/ 17 w 21656"/>
              <a:gd name="connsiteY4" fmla="*/ 147 h 47742"/>
              <a:gd name="connsiteX0" fmla="*/ 17 w 21663"/>
              <a:gd name="connsiteY0" fmla="*/ 73 h 47668"/>
              <a:gd name="connsiteX1" fmla="*/ 21663 w 21663"/>
              <a:gd name="connsiteY1" fmla="*/ 0 h 47668"/>
              <a:gd name="connsiteX2" fmla="*/ 21656 w 21663"/>
              <a:gd name="connsiteY2" fmla="*/ 43722 h 47668"/>
              <a:gd name="connsiteX3" fmla="*/ 0 w 21663"/>
              <a:gd name="connsiteY3" fmla="*/ 46508 h 47668"/>
              <a:gd name="connsiteX4" fmla="*/ 17 w 21663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64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70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4 w 21676"/>
              <a:gd name="connsiteY0" fmla="*/ 0 h 47722"/>
              <a:gd name="connsiteX1" fmla="*/ 21676 w 21676"/>
              <a:gd name="connsiteY1" fmla="*/ 54 h 47722"/>
              <a:gd name="connsiteX2" fmla="*/ 21675 w 21676"/>
              <a:gd name="connsiteY2" fmla="*/ 43776 h 47722"/>
              <a:gd name="connsiteX3" fmla="*/ 13 w 21676"/>
              <a:gd name="connsiteY3" fmla="*/ 46562 h 47722"/>
              <a:gd name="connsiteX4" fmla="*/ 4 w 21676"/>
              <a:gd name="connsiteY4" fmla="*/ 0 h 4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Tytuł 1">
            <a:extLst>
              <a:ext uri="{FF2B5EF4-FFF2-40B4-BE49-F238E27FC236}">
                <a16:creationId xmlns:a16="http://schemas.microsoft.com/office/drawing/2014/main" id="{38904292-78D1-42CD-8EC5-4992803B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7856"/>
            <a:ext cx="10744186" cy="1589223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pPr rtl="0">
              <a:lnSpc>
                <a:spcPct val="110000"/>
              </a:lnSpc>
            </a:pPr>
            <a:r>
              <a:rPr lang="pl-PL" noProof="0">
                <a:solidFill>
                  <a:srgbClr val="FFFFFF"/>
                </a:solidFill>
                <a:cs typeface="Posterama" panose="020B0504020200020000" pitchFamily="34" charset="0"/>
              </a:rPr>
              <a:t>Kliknij, aby edytować styl</a:t>
            </a:r>
          </a:p>
        </p:txBody>
      </p:sp>
      <p:sp>
        <p:nvSpPr>
          <p:cNvPr id="40" name="Data — symbol zastępczy 3">
            <a:extLst>
              <a:ext uri="{FF2B5EF4-FFF2-40B4-BE49-F238E27FC236}">
                <a16:creationId xmlns:a16="http://schemas.microsoft.com/office/drawing/2014/main" id="{0B283B3A-087C-457E-A2AA-C7F855A8F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spc="15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20XX-02-02</a:t>
            </a:r>
          </a:p>
        </p:txBody>
      </p:sp>
      <p:sp>
        <p:nvSpPr>
          <p:cNvPr id="41" name="Stopka — symbol zastępczy 4">
            <a:extLst>
              <a:ext uri="{FF2B5EF4-FFF2-40B4-BE49-F238E27FC236}">
                <a16:creationId xmlns:a16="http://schemas.microsoft.com/office/drawing/2014/main" id="{B407BCF8-1966-4465-AC77-708642E4F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TYTUŁ PREZENTACJI</a:t>
            </a:r>
          </a:p>
        </p:txBody>
      </p:sp>
      <p:sp>
        <p:nvSpPr>
          <p:cNvPr id="42" name="Numer slajdu — symbol zastępczy 5">
            <a:extLst>
              <a:ext uri="{FF2B5EF4-FFF2-40B4-BE49-F238E27FC236}">
                <a16:creationId xmlns:a16="http://schemas.microsoft.com/office/drawing/2014/main" id="{771AF851-D6F8-47DF-80DA-62CC5526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11A71338-8BA2-4C79-A6C5-5A8E30081D0C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44" name="Zawartość — symbol zastępczy 37">
            <a:extLst>
              <a:ext uri="{FF2B5EF4-FFF2-40B4-BE49-F238E27FC236}">
                <a16:creationId xmlns:a16="http://schemas.microsoft.com/office/drawing/2014/main" id="{8814F959-09CC-4946-86C4-CFAD4C2BF45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1840" y="170451"/>
            <a:ext cx="11407483" cy="41847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400">
                <a:solidFill>
                  <a:schemeClr val="tx1"/>
                </a:solidFill>
              </a:defRPr>
            </a:lvl4pPr>
            <a:lvl5pPr marL="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</p:spTree>
    <p:extLst>
      <p:ext uri="{BB962C8B-B14F-4D97-AF65-F5344CB8AC3E}">
        <p14:creationId xmlns:p14="http://schemas.microsoft.com/office/powerpoint/2010/main" val="2713129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ś cza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stokąt 1">
            <a:extLst>
              <a:ext uri="{FF2B5EF4-FFF2-40B4-BE49-F238E27FC236}">
                <a16:creationId xmlns:a16="http://schemas.microsoft.com/office/drawing/2014/main" id="{0EE436F9-C1F1-473C-97B1-34B3AC16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664B0B3C-4A91-4D0C-941E-B7D2E36CF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2"/>
            <a:ext cx="12208613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rójkąt prostokątny 3">
            <a:extLst>
              <a:ext uri="{FF2B5EF4-FFF2-40B4-BE49-F238E27FC236}">
                <a16:creationId xmlns:a16="http://schemas.microsoft.com/office/drawing/2014/main" id="{2D7F6BD6-AD9B-40A8-8631-93927B602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0000">
            <a:off x="-284145" y="5174205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grpSp>
        <p:nvGrpSpPr>
          <p:cNvPr id="5" name="Grupa 4">
            <a:extLst>
              <a:ext uri="{FF2B5EF4-FFF2-40B4-BE49-F238E27FC236}">
                <a16:creationId xmlns:a16="http://schemas.microsoft.com/office/drawing/2014/main" id="{00A7304B-809F-421E-B3C1-960A6CD55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Łącznik prosty 5">
              <a:extLst>
                <a:ext uri="{FF2B5EF4-FFF2-40B4-BE49-F238E27FC236}">
                  <a16:creationId xmlns:a16="http://schemas.microsoft.com/office/drawing/2014/main" id="{6B2996F3-5E6E-44E8-812C-3507DE7B1C99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Łącznik prosty 6">
              <a:extLst>
                <a:ext uri="{FF2B5EF4-FFF2-40B4-BE49-F238E27FC236}">
                  <a16:creationId xmlns:a16="http://schemas.microsoft.com/office/drawing/2014/main" id="{A4278526-38B9-4357-9197-CA50C0AD61B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Łącznik prosty 7">
              <a:extLst>
                <a:ext uri="{FF2B5EF4-FFF2-40B4-BE49-F238E27FC236}">
                  <a16:creationId xmlns:a16="http://schemas.microsoft.com/office/drawing/2014/main" id="{93D9F9BB-B9FA-4C50-BFBB-D17E9056F58C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Łącznik prosty 8">
              <a:extLst>
                <a:ext uri="{FF2B5EF4-FFF2-40B4-BE49-F238E27FC236}">
                  <a16:creationId xmlns:a16="http://schemas.microsoft.com/office/drawing/2014/main" id="{E9822CEB-3134-49B9-AFFD-A782DD039296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Łącznik prosty 9">
              <a:extLst>
                <a:ext uri="{FF2B5EF4-FFF2-40B4-BE49-F238E27FC236}">
                  <a16:creationId xmlns:a16="http://schemas.microsoft.com/office/drawing/2014/main" id="{D3BEE4FB-5349-44A2-BF40-A3B7B73BA972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Łącznik prosty 10">
              <a:extLst>
                <a:ext uri="{FF2B5EF4-FFF2-40B4-BE49-F238E27FC236}">
                  <a16:creationId xmlns:a16="http://schemas.microsoft.com/office/drawing/2014/main" id="{231C31F7-1E4D-46A1-B5FB-E698DADC0452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C0C0BDD2-1C23-401C-9222-0C95315EBB63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0A9CD7F7-EA2C-42C8-8CC9-F00EAE2677EC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Łącznik prosty 13">
              <a:extLst>
                <a:ext uri="{FF2B5EF4-FFF2-40B4-BE49-F238E27FC236}">
                  <a16:creationId xmlns:a16="http://schemas.microsoft.com/office/drawing/2014/main" id="{5F32B0FC-6530-45AD-BEB6-555372040D3D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Łącznik prosty 14">
              <a:extLst>
                <a:ext uri="{FF2B5EF4-FFF2-40B4-BE49-F238E27FC236}">
                  <a16:creationId xmlns:a16="http://schemas.microsoft.com/office/drawing/2014/main" id="{43D07DD7-FE85-4B41-B16D-31FE43882C4B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Łącznik prosty 15">
              <a:extLst>
                <a:ext uri="{FF2B5EF4-FFF2-40B4-BE49-F238E27FC236}">
                  <a16:creationId xmlns:a16="http://schemas.microsoft.com/office/drawing/2014/main" id="{4AC89228-000D-43FE-8B10-66E806533A02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Łącznik prosty 16">
              <a:extLst>
                <a:ext uri="{FF2B5EF4-FFF2-40B4-BE49-F238E27FC236}">
                  <a16:creationId xmlns:a16="http://schemas.microsoft.com/office/drawing/2014/main" id="{4D10C63A-108E-43ED-8D81-8A03C83E429F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Łącznik prosty 17">
              <a:extLst>
                <a:ext uri="{FF2B5EF4-FFF2-40B4-BE49-F238E27FC236}">
                  <a16:creationId xmlns:a16="http://schemas.microsoft.com/office/drawing/2014/main" id="{708E7A2C-AED6-4879-BC5F-A92EE79E9BBC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Łącznik prosty 18">
              <a:extLst>
                <a:ext uri="{FF2B5EF4-FFF2-40B4-BE49-F238E27FC236}">
                  <a16:creationId xmlns:a16="http://schemas.microsoft.com/office/drawing/2014/main" id="{A60896CE-034C-46F1-A79F-CDF3BFC4FC9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Łącznik prosty 19">
              <a:extLst>
                <a:ext uri="{FF2B5EF4-FFF2-40B4-BE49-F238E27FC236}">
                  <a16:creationId xmlns:a16="http://schemas.microsoft.com/office/drawing/2014/main" id="{F7B47AEE-EBDC-416F-856E-9BD8657BA3CF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Łącznik prosty 20">
              <a:extLst>
                <a:ext uri="{FF2B5EF4-FFF2-40B4-BE49-F238E27FC236}">
                  <a16:creationId xmlns:a16="http://schemas.microsoft.com/office/drawing/2014/main" id="{F759ED6A-B0A2-494E-A160-5ACC24C3F01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Łącznik prosty 21">
              <a:extLst>
                <a:ext uri="{FF2B5EF4-FFF2-40B4-BE49-F238E27FC236}">
                  <a16:creationId xmlns:a16="http://schemas.microsoft.com/office/drawing/2014/main" id="{5B58699F-DEDD-430C-80FE-60AED89077F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Łącznik prosty 22">
              <a:extLst>
                <a:ext uri="{FF2B5EF4-FFF2-40B4-BE49-F238E27FC236}">
                  <a16:creationId xmlns:a16="http://schemas.microsoft.com/office/drawing/2014/main" id="{4300C0B9-9E3B-4677-BC2F-53EB2F7D905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Łącznik prosty 23">
              <a:extLst>
                <a:ext uri="{FF2B5EF4-FFF2-40B4-BE49-F238E27FC236}">
                  <a16:creationId xmlns:a16="http://schemas.microsoft.com/office/drawing/2014/main" id="{8CB0EFA1-ABB5-4BC7-A392-6EBA8D31BFB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Łącznik prosty 24">
              <a:extLst>
                <a:ext uri="{FF2B5EF4-FFF2-40B4-BE49-F238E27FC236}">
                  <a16:creationId xmlns:a16="http://schemas.microsoft.com/office/drawing/2014/main" id="{F68DB692-F9E4-4EB2-A1EE-8F81B0340C7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Łącznik prosty 25">
              <a:extLst>
                <a:ext uri="{FF2B5EF4-FFF2-40B4-BE49-F238E27FC236}">
                  <a16:creationId xmlns:a16="http://schemas.microsoft.com/office/drawing/2014/main" id="{4934086F-B52E-4B48-ADE6-F7E603586B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Łącznik prosty 26">
              <a:extLst>
                <a:ext uri="{FF2B5EF4-FFF2-40B4-BE49-F238E27FC236}">
                  <a16:creationId xmlns:a16="http://schemas.microsoft.com/office/drawing/2014/main" id="{727A5AD2-7594-4954-BD07-0660E642AC8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Łącznik prosty 27">
              <a:extLst>
                <a:ext uri="{FF2B5EF4-FFF2-40B4-BE49-F238E27FC236}">
                  <a16:creationId xmlns:a16="http://schemas.microsoft.com/office/drawing/2014/main" id="{9B8D42CD-8746-4FCF-8B6C-1E57CB5BCA2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Łącznik prosty 28">
              <a:extLst>
                <a:ext uri="{FF2B5EF4-FFF2-40B4-BE49-F238E27FC236}">
                  <a16:creationId xmlns:a16="http://schemas.microsoft.com/office/drawing/2014/main" id="{0426B80E-5E13-40C5-9542-EAE4671DA1E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Łącznik prosty 29">
              <a:extLst>
                <a:ext uri="{FF2B5EF4-FFF2-40B4-BE49-F238E27FC236}">
                  <a16:creationId xmlns:a16="http://schemas.microsoft.com/office/drawing/2014/main" id="{9D79A255-4580-4AA0-8302-575A116C584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Łącznik prosty 30">
              <a:extLst>
                <a:ext uri="{FF2B5EF4-FFF2-40B4-BE49-F238E27FC236}">
                  <a16:creationId xmlns:a16="http://schemas.microsoft.com/office/drawing/2014/main" id="{848C53C4-B810-442C-BC9B-27DEEDF09B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Łącznik prosty 31">
              <a:extLst>
                <a:ext uri="{FF2B5EF4-FFF2-40B4-BE49-F238E27FC236}">
                  <a16:creationId xmlns:a16="http://schemas.microsoft.com/office/drawing/2014/main" id="{29B1EE73-8CEF-455A-BD1F-79666415F2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Łącznik prosty 32">
              <a:extLst>
                <a:ext uri="{FF2B5EF4-FFF2-40B4-BE49-F238E27FC236}">
                  <a16:creationId xmlns:a16="http://schemas.microsoft.com/office/drawing/2014/main" id="{4826C8AE-E477-473D-A499-777965967D3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Łącznik prosty 33">
              <a:extLst>
                <a:ext uri="{FF2B5EF4-FFF2-40B4-BE49-F238E27FC236}">
                  <a16:creationId xmlns:a16="http://schemas.microsoft.com/office/drawing/2014/main" id="{07E25D3F-2A76-4087-BD89-01CDBEED020E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Schemat blokowy: Dokument 8">
            <a:extLst>
              <a:ext uri="{FF2B5EF4-FFF2-40B4-BE49-F238E27FC236}">
                <a16:creationId xmlns:a16="http://schemas.microsoft.com/office/drawing/2014/main" id="{2AAB6B79-0E9F-4797-8DFA-9A437017F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6214" y="-31894"/>
            <a:ext cx="12214827" cy="4760619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  <a:gd name="connsiteX0" fmla="*/ 17 w 21656"/>
              <a:gd name="connsiteY0" fmla="*/ 147 h 47742"/>
              <a:gd name="connsiteX1" fmla="*/ 21637 w 21656"/>
              <a:gd name="connsiteY1" fmla="*/ 0 h 47742"/>
              <a:gd name="connsiteX2" fmla="*/ 21656 w 21656"/>
              <a:gd name="connsiteY2" fmla="*/ 43796 h 47742"/>
              <a:gd name="connsiteX3" fmla="*/ 0 w 21656"/>
              <a:gd name="connsiteY3" fmla="*/ 46582 h 47742"/>
              <a:gd name="connsiteX4" fmla="*/ 17 w 21656"/>
              <a:gd name="connsiteY4" fmla="*/ 147 h 47742"/>
              <a:gd name="connsiteX0" fmla="*/ 17 w 21663"/>
              <a:gd name="connsiteY0" fmla="*/ 73 h 47668"/>
              <a:gd name="connsiteX1" fmla="*/ 21663 w 21663"/>
              <a:gd name="connsiteY1" fmla="*/ 0 h 47668"/>
              <a:gd name="connsiteX2" fmla="*/ 21656 w 21663"/>
              <a:gd name="connsiteY2" fmla="*/ 43722 h 47668"/>
              <a:gd name="connsiteX3" fmla="*/ 0 w 21663"/>
              <a:gd name="connsiteY3" fmla="*/ 46508 h 47668"/>
              <a:gd name="connsiteX4" fmla="*/ 17 w 21663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64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70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4 w 21676"/>
              <a:gd name="connsiteY0" fmla="*/ 0 h 47722"/>
              <a:gd name="connsiteX1" fmla="*/ 21676 w 21676"/>
              <a:gd name="connsiteY1" fmla="*/ 54 h 47722"/>
              <a:gd name="connsiteX2" fmla="*/ 21675 w 21676"/>
              <a:gd name="connsiteY2" fmla="*/ 43776 h 47722"/>
              <a:gd name="connsiteX3" fmla="*/ 13 w 21676"/>
              <a:gd name="connsiteY3" fmla="*/ 46562 h 47722"/>
              <a:gd name="connsiteX4" fmla="*/ 4 w 21676"/>
              <a:gd name="connsiteY4" fmla="*/ 0 h 4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Tytuł 1">
            <a:extLst>
              <a:ext uri="{FF2B5EF4-FFF2-40B4-BE49-F238E27FC236}">
                <a16:creationId xmlns:a16="http://schemas.microsoft.com/office/drawing/2014/main" id="{98F8DC0C-B421-4039-8482-5135B165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7856"/>
            <a:ext cx="10744186" cy="1589223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>
              <a:defRPr sz="4400"/>
            </a:lvl1pPr>
          </a:lstStyle>
          <a:p>
            <a:pPr rtl="0">
              <a:lnSpc>
                <a:spcPct val="110000"/>
              </a:lnSpc>
            </a:pPr>
            <a:r>
              <a:rPr lang="pl-PL" noProof="0">
                <a:solidFill>
                  <a:srgbClr val="FFFFFF"/>
                </a:solidFill>
                <a:cs typeface="Posterama" panose="020B0504020200020000" pitchFamily="34" charset="0"/>
              </a:rPr>
              <a:t>Kliknij, aby edytować styl</a:t>
            </a:r>
          </a:p>
        </p:txBody>
      </p:sp>
      <p:sp>
        <p:nvSpPr>
          <p:cNvPr id="37" name="Data — symbol zastępczy 3">
            <a:extLst>
              <a:ext uri="{FF2B5EF4-FFF2-40B4-BE49-F238E27FC236}">
                <a16:creationId xmlns:a16="http://schemas.microsoft.com/office/drawing/2014/main" id="{00C6B4A2-DB23-481A-87BC-CFF3992E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spc="15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20XX-02-02</a:t>
            </a:r>
          </a:p>
        </p:txBody>
      </p:sp>
      <p:sp>
        <p:nvSpPr>
          <p:cNvPr id="38" name="Stopka — symbol zastępczy 4">
            <a:extLst>
              <a:ext uri="{FF2B5EF4-FFF2-40B4-BE49-F238E27FC236}">
                <a16:creationId xmlns:a16="http://schemas.microsoft.com/office/drawing/2014/main" id="{209EAA56-735E-4FAE-88DA-398D6B3E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TYTUŁ PREZENTACJI</a:t>
            </a:r>
          </a:p>
        </p:txBody>
      </p:sp>
      <p:sp>
        <p:nvSpPr>
          <p:cNvPr id="39" name="Numer slajdu — symbol zastępczy 5">
            <a:extLst>
              <a:ext uri="{FF2B5EF4-FFF2-40B4-BE49-F238E27FC236}">
                <a16:creationId xmlns:a16="http://schemas.microsoft.com/office/drawing/2014/main" id="{AF69C6C1-6449-4CEB-BD22-FA5448312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fld id="{11A71338-8BA2-4C79-A6C5-5A8E30081D0C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41" name="Zawartość — symbol zastępczy 37">
            <a:extLst>
              <a:ext uri="{FF2B5EF4-FFF2-40B4-BE49-F238E27FC236}">
                <a16:creationId xmlns:a16="http://schemas.microsoft.com/office/drawing/2014/main" id="{E3F944C7-0E33-4C9B-9544-26D03DD5EC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303" y="243154"/>
            <a:ext cx="11156556" cy="3776486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0" indent="0">
              <a:buNone/>
              <a:defRPr sz="1800">
                <a:solidFill>
                  <a:schemeClr val="tx1"/>
                </a:solidFill>
              </a:defRPr>
            </a:lvl2pPr>
            <a:lvl3pPr marL="0" indent="0">
              <a:buNone/>
              <a:defRPr sz="1600">
                <a:solidFill>
                  <a:schemeClr val="tx1"/>
                </a:solidFill>
              </a:defRPr>
            </a:lvl3pPr>
            <a:lvl4pPr marL="0" indent="0">
              <a:buNone/>
              <a:defRPr sz="1400">
                <a:solidFill>
                  <a:schemeClr val="tx1"/>
                </a:solidFill>
              </a:defRPr>
            </a:lvl4pPr>
            <a:lvl5pPr marL="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</p:spTree>
    <p:extLst>
      <p:ext uri="{BB962C8B-B14F-4D97-AF65-F5344CB8AC3E}">
        <p14:creationId xmlns:p14="http://schemas.microsoft.com/office/powerpoint/2010/main" val="423394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Prostokąt 41">
            <a:extLst>
              <a:ext uri="{FF2B5EF4-FFF2-40B4-BE49-F238E27FC236}">
                <a16:creationId xmlns:a16="http://schemas.microsoft.com/office/drawing/2014/main" id="{6F70B09C-1A53-4C73-9FD8-708C7D95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pSp>
        <p:nvGrpSpPr>
          <p:cNvPr id="90" name="Grupa 89">
            <a:extLst>
              <a:ext uri="{FF2B5EF4-FFF2-40B4-BE49-F238E27FC236}">
                <a16:creationId xmlns:a16="http://schemas.microsoft.com/office/drawing/2014/main" id="{D14DE831-4B4E-4AF3-B187-9206DACDB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514" y="-1"/>
            <a:ext cx="12214827" cy="6858000"/>
            <a:chOff x="-6214" y="-1"/>
            <a:chExt cx="12214827" cy="6858000"/>
          </a:xfrm>
        </p:grpSpPr>
        <p:cxnSp>
          <p:nvCxnSpPr>
            <p:cNvPr id="91" name="Łącznik prosty 90">
              <a:extLst>
                <a:ext uri="{FF2B5EF4-FFF2-40B4-BE49-F238E27FC236}">
                  <a16:creationId xmlns:a16="http://schemas.microsoft.com/office/drawing/2014/main" id="{D771390A-8381-4353-8D62-C0DD79BC28F6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Łącznik prosty 91">
              <a:extLst>
                <a:ext uri="{FF2B5EF4-FFF2-40B4-BE49-F238E27FC236}">
                  <a16:creationId xmlns:a16="http://schemas.microsoft.com/office/drawing/2014/main" id="{232E81AB-5D89-4A83-948B-6072C2DEE62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Łącznik prosty 92">
              <a:extLst>
                <a:ext uri="{FF2B5EF4-FFF2-40B4-BE49-F238E27FC236}">
                  <a16:creationId xmlns:a16="http://schemas.microsoft.com/office/drawing/2014/main" id="{0FCC4A04-2321-4CD3-92B2-027B2CBD29BA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Łącznik prosty 93">
              <a:extLst>
                <a:ext uri="{FF2B5EF4-FFF2-40B4-BE49-F238E27FC236}">
                  <a16:creationId xmlns:a16="http://schemas.microsoft.com/office/drawing/2014/main" id="{BA7BC130-410F-4CC7-B9FD-E7C4C01F0C0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Łącznik prosty 94">
              <a:extLst>
                <a:ext uri="{FF2B5EF4-FFF2-40B4-BE49-F238E27FC236}">
                  <a16:creationId xmlns:a16="http://schemas.microsoft.com/office/drawing/2014/main" id="{2E0CFD6B-8DE1-46B9-8FE3-AB225A6719F3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Łącznik prosty 95">
              <a:extLst>
                <a:ext uri="{FF2B5EF4-FFF2-40B4-BE49-F238E27FC236}">
                  <a16:creationId xmlns:a16="http://schemas.microsoft.com/office/drawing/2014/main" id="{00DD451B-8273-4E41-830F-75FD094A2C59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Łącznik prosty 96">
              <a:extLst>
                <a:ext uri="{FF2B5EF4-FFF2-40B4-BE49-F238E27FC236}">
                  <a16:creationId xmlns:a16="http://schemas.microsoft.com/office/drawing/2014/main" id="{02381626-BACB-4F9A-B456-31C696CBF2DA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Łącznik prosty 97">
              <a:extLst>
                <a:ext uri="{FF2B5EF4-FFF2-40B4-BE49-F238E27FC236}">
                  <a16:creationId xmlns:a16="http://schemas.microsoft.com/office/drawing/2014/main" id="{26BD6855-6DB8-463B-9145-BA9CF824252B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Łącznik prosty 98">
              <a:extLst>
                <a:ext uri="{FF2B5EF4-FFF2-40B4-BE49-F238E27FC236}">
                  <a16:creationId xmlns:a16="http://schemas.microsoft.com/office/drawing/2014/main" id="{71628876-83EE-4DC7-8869-F56C4D143E48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Łącznik prosty 99">
              <a:extLst>
                <a:ext uri="{FF2B5EF4-FFF2-40B4-BE49-F238E27FC236}">
                  <a16:creationId xmlns:a16="http://schemas.microsoft.com/office/drawing/2014/main" id="{35031072-625B-4FC2-A7AF-A25668B28834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Łącznik prosty 100">
              <a:extLst>
                <a:ext uri="{FF2B5EF4-FFF2-40B4-BE49-F238E27FC236}">
                  <a16:creationId xmlns:a16="http://schemas.microsoft.com/office/drawing/2014/main" id="{F929441C-AEB2-42CA-8577-3203F43FEB0E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Łącznik prosty 101">
              <a:extLst>
                <a:ext uri="{FF2B5EF4-FFF2-40B4-BE49-F238E27FC236}">
                  <a16:creationId xmlns:a16="http://schemas.microsoft.com/office/drawing/2014/main" id="{19CA70B7-031F-4092-B4FA-4A90532B5036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Łącznik prosty 102">
              <a:extLst>
                <a:ext uri="{FF2B5EF4-FFF2-40B4-BE49-F238E27FC236}">
                  <a16:creationId xmlns:a16="http://schemas.microsoft.com/office/drawing/2014/main" id="{9E85C53C-39CA-4C00-B01E-8C5674BAF03D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Łącznik prosty 103">
              <a:extLst>
                <a:ext uri="{FF2B5EF4-FFF2-40B4-BE49-F238E27FC236}">
                  <a16:creationId xmlns:a16="http://schemas.microsoft.com/office/drawing/2014/main" id="{A28812B8-C920-4FEC-AB94-4B5D8B478A67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Łącznik prosty 104">
              <a:extLst>
                <a:ext uri="{FF2B5EF4-FFF2-40B4-BE49-F238E27FC236}">
                  <a16:creationId xmlns:a16="http://schemas.microsoft.com/office/drawing/2014/main" id="{98A158BC-BDC0-4D6B-8006-BBDF7041EDDB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Łącznik prosty 105">
              <a:extLst>
                <a:ext uri="{FF2B5EF4-FFF2-40B4-BE49-F238E27FC236}">
                  <a16:creationId xmlns:a16="http://schemas.microsoft.com/office/drawing/2014/main" id="{9EB0F122-2776-4058-B989-F3BAFDA95F5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Łącznik prosty 106">
              <a:extLst>
                <a:ext uri="{FF2B5EF4-FFF2-40B4-BE49-F238E27FC236}">
                  <a16:creationId xmlns:a16="http://schemas.microsoft.com/office/drawing/2014/main" id="{0F9018F4-E93E-4825-B7D6-94648C22CEE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Łącznik prosty 107">
              <a:extLst>
                <a:ext uri="{FF2B5EF4-FFF2-40B4-BE49-F238E27FC236}">
                  <a16:creationId xmlns:a16="http://schemas.microsoft.com/office/drawing/2014/main" id="{D4F7E653-1B6A-4AEE-998A-D7B535D02D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Łącznik prosty 108">
              <a:extLst>
                <a:ext uri="{FF2B5EF4-FFF2-40B4-BE49-F238E27FC236}">
                  <a16:creationId xmlns:a16="http://schemas.microsoft.com/office/drawing/2014/main" id="{5A1439AF-AC90-41E1-885A-7E869844D4C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Łącznik prosty 109">
              <a:extLst>
                <a:ext uri="{FF2B5EF4-FFF2-40B4-BE49-F238E27FC236}">
                  <a16:creationId xmlns:a16="http://schemas.microsoft.com/office/drawing/2014/main" id="{E0A50FF0-A246-4674-BCF4-476255BEC1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Łącznik prosty 110">
              <a:extLst>
                <a:ext uri="{FF2B5EF4-FFF2-40B4-BE49-F238E27FC236}">
                  <a16:creationId xmlns:a16="http://schemas.microsoft.com/office/drawing/2014/main" id="{E1885235-40A5-43E7-B9FA-DD4B5D22E2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Łącznik prosty 111">
              <a:extLst>
                <a:ext uri="{FF2B5EF4-FFF2-40B4-BE49-F238E27FC236}">
                  <a16:creationId xmlns:a16="http://schemas.microsoft.com/office/drawing/2014/main" id="{0C816EA7-5943-42BE-858C-AF2089001A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Łącznik prosty 112">
              <a:extLst>
                <a:ext uri="{FF2B5EF4-FFF2-40B4-BE49-F238E27FC236}">
                  <a16:creationId xmlns:a16="http://schemas.microsoft.com/office/drawing/2014/main" id="{709DD2EF-AD5F-4463-BAFC-E7F6F3402C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Łącznik prosty 113">
              <a:extLst>
                <a:ext uri="{FF2B5EF4-FFF2-40B4-BE49-F238E27FC236}">
                  <a16:creationId xmlns:a16="http://schemas.microsoft.com/office/drawing/2014/main" id="{CFB6B983-6B14-43E0-9CE4-22E97309D8F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Łącznik prosty 114">
              <a:extLst>
                <a:ext uri="{FF2B5EF4-FFF2-40B4-BE49-F238E27FC236}">
                  <a16:creationId xmlns:a16="http://schemas.microsoft.com/office/drawing/2014/main" id="{9AAB25A3-8A3B-4279-AACD-37DD3FCAAF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Łącznik prosty 115">
              <a:extLst>
                <a:ext uri="{FF2B5EF4-FFF2-40B4-BE49-F238E27FC236}">
                  <a16:creationId xmlns:a16="http://schemas.microsoft.com/office/drawing/2014/main" id="{63B2619E-3696-48DC-80B3-6E827F432F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Łącznik prosty 116">
              <a:extLst>
                <a:ext uri="{FF2B5EF4-FFF2-40B4-BE49-F238E27FC236}">
                  <a16:creationId xmlns:a16="http://schemas.microsoft.com/office/drawing/2014/main" id="{99B75BCC-DBCB-4C72-A90A-E950FDF7D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Łącznik prosty 117">
              <a:extLst>
                <a:ext uri="{FF2B5EF4-FFF2-40B4-BE49-F238E27FC236}">
                  <a16:creationId xmlns:a16="http://schemas.microsoft.com/office/drawing/2014/main" id="{8070D7F8-AC6B-4E63-9681-742BE98272A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Łącznik prosty 118">
              <a:extLst>
                <a:ext uri="{FF2B5EF4-FFF2-40B4-BE49-F238E27FC236}">
                  <a16:creationId xmlns:a16="http://schemas.microsoft.com/office/drawing/2014/main" id="{E11D8428-90D3-4548-AA28-A6F9C1B92183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Prostokąt 1">
            <a:extLst>
              <a:ext uri="{FF2B5EF4-FFF2-40B4-BE49-F238E27FC236}">
                <a16:creationId xmlns:a16="http://schemas.microsoft.com/office/drawing/2014/main" id="{600C71E3-446B-4C21-B7C7-B8872FBB5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>
              <a:lumMod val="40000"/>
              <a:lumOff val="6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77" name="Trójkąt prostokątny 76">
            <a:extLst>
              <a:ext uri="{FF2B5EF4-FFF2-40B4-BE49-F238E27FC236}">
                <a16:creationId xmlns:a16="http://schemas.microsoft.com/office/drawing/2014/main" id="{4E3D1D5C-A81E-44CF-B721-6FBE69359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5905012" y="-284145"/>
            <a:ext cx="568289" cy="568289"/>
          </a:xfrm>
          <a:prstGeom prst="rtTriangl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3" name="Tytuł 2">
            <a:extLst>
              <a:ext uri="{FF2B5EF4-FFF2-40B4-BE49-F238E27FC236}">
                <a16:creationId xmlns:a16="http://schemas.microsoft.com/office/drawing/2014/main" id="{285F7FBB-B77A-47E6-9B07-5B0A0E9B5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814" y="456532"/>
            <a:ext cx="10656372" cy="1126426"/>
          </a:xfrm>
          <a:prstGeom prst="rect">
            <a:avLst/>
          </a:prstGeom>
        </p:spPr>
        <p:txBody>
          <a:bodyPr rtlCol="0" anchor="ctr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l-PL" noProof="0"/>
              <a:t>Kliknij, aby dodać tytuł</a:t>
            </a:r>
          </a:p>
        </p:txBody>
      </p:sp>
      <p:sp>
        <p:nvSpPr>
          <p:cNvPr id="82" name="Tekst — symbol zastępczy 81">
            <a:extLst>
              <a:ext uri="{FF2B5EF4-FFF2-40B4-BE49-F238E27FC236}">
                <a16:creationId xmlns:a16="http://schemas.microsoft.com/office/drawing/2014/main" id="{8D29AE11-25A6-4A91-94C1-6A26AB6CA3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7390" y="1816398"/>
            <a:ext cx="5164137" cy="772972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b="1">
                <a:solidFill>
                  <a:schemeClr val="accent5"/>
                </a:solidFill>
                <a:latin typeface="+mj-lt"/>
              </a:defRPr>
            </a:lvl1pPr>
          </a:lstStyle>
          <a:p>
            <a:pPr lvl="0" rtl="0"/>
            <a:r>
              <a:rPr lang="pl-PL" noProof="0"/>
              <a:t>Tutaj wstaw podtytuł</a:t>
            </a:r>
          </a:p>
        </p:txBody>
      </p:sp>
      <p:sp>
        <p:nvSpPr>
          <p:cNvPr id="85" name="Tekst — symbol zastępczy 84">
            <a:extLst>
              <a:ext uri="{FF2B5EF4-FFF2-40B4-BE49-F238E27FC236}">
                <a16:creationId xmlns:a16="http://schemas.microsoft.com/office/drawing/2014/main" id="{8BC29F00-8301-4CEE-BA06-1D534F4970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6913" y="2597976"/>
            <a:ext cx="5164137" cy="3119437"/>
          </a:xfrm>
          <a:prstGeom prst="rect">
            <a:avLst/>
          </a:prstGeom>
        </p:spPr>
        <p:txBody>
          <a:bodyPr rtlCol="0"/>
          <a:lstStyle>
            <a:lvl1pPr marL="457200" indent="-457200">
              <a:lnSpc>
                <a:spcPct val="100000"/>
              </a:lnSpc>
              <a:buClrTx/>
              <a:buFont typeface="+mj-lt"/>
              <a:buAutoNum type="arabicPeriod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Tutaj wstaw tekst</a:t>
            </a:r>
          </a:p>
        </p:txBody>
      </p:sp>
      <p:sp>
        <p:nvSpPr>
          <p:cNvPr id="83" name="Tekst — symbol zastępczy 81">
            <a:extLst>
              <a:ext uri="{FF2B5EF4-FFF2-40B4-BE49-F238E27FC236}">
                <a16:creationId xmlns:a16="http://schemas.microsoft.com/office/drawing/2014/main" id="{348078F7-442A-4846-A477-54C056EEA03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9156" y="1816398"/>
            <a:ext cx="5164137" cy="772972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b="1">
                <a:solidFill>
                  <a:schemeClr val="accent5"/>
                </a:solidFill>
                <a:latin typeface="+mj-lt"/>
              </a:defRPr>
            </a:lvl1pPr>
          </a:lstStyle>
          <a:p>
            <a:pPr lvl="0" rtl="0"/>
            <a:r>
              <a:rPr lang="pl-PL" noProof="0"/>
              <a:t>Tutaj wstaw podtytuł</a:t>
            </a:r>
          </a:p>
        </p:txBody>
      </p:sp>
      <p:sp>
        <p:nvSpPr>
          <p:cNvPr id="86" name="Tekst — symbol zastępczy 84">
            <a:extLst>
              <a:ext uri="{FF2B5EF4-FFF2-40B4-BE49-F238E27FC236}">
                <a16:creationId xmlns:a16="http://schemas.microsoft.com/office/drawing/2014/main" id="{20846AFB-4D65-421E-BDFC-A127A1D588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89156" y="2597976"/>
            <a:ext cx="5164137" cy="3119437"/>
          </a:xfrm>
          <a:prstGeom prst="rect">
            <a:avLst/>
          </a:prstGeom>
        </p:spPr>
        <p:txBody>
          <a:bodyPr rtlCol="0"/>
          <a:lstStyle>
            <a:lvl1pPr marL="457200" indent="-457200">
              <a:lnSpc>
                <a:spcPct val="100000"/>
              </a:lnSpc>
              <a:buClrTx/>
              <a:buFont typeface="+mj-lt"/>
              <a:buAutoNum type="arabicPeriod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Tutaj wstaw tekst</a:t>
            </a:r>
          </a:p>
        </p:txBody>
      </p:sp>
      <p:sp>
        <p:nvSpPr>
          <p:cNvPr id="87" name="Data — symbol zastępczy 3">
            <a:extLst>
              <a:ext uri="{FF2B5EF4-FFF2-40B4-BE49-F238E27FC236}">
                <a16:creationId xmlns:a16="http://schemas.microsoft.com/office/drawing/2014/main" id="{4E14FBED-7310-4E87-BFA7-050A91D1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20XX-02-02</a:t>
            </a:r>
          </a:p>
        </p:txBody>
      </p:sp>
      <p:sp>
        <p:nvSpPr>
          <p:cNvPr id="88" name="Stopka — symbol zastępczy 4">
            <a:extLst>
              <a:ext uri="{FF2B5EF4-FFF2-40B4-BE49-F238E27FC236}">
                <a16:creationId xmlns:a16="http://schemas.microsoft.com/office/drawing/2014/main" id="{9D4E6D47-8B2E-4566-8B9E-294FAA0E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TYTUŁ PREZENTACJI</a:t>
            </a:r>
          </a:p>
        </p:txBody>
      </p:sp>
      <p:sp>
        <p:nvSpPr>
          <p:cNvPr id="89" name="Numer slajdu — symbol zastępczy 5">
            <a:extLst>
              <a:ext uri="{FF2B5EF4-FFF2-40B4-BE49-F238E27FC236}">
                <a16:creationId xmlns:a16="http://schemas.microsoft.com/office/drawing/2014/main" id="{100CAC88-3775-4C14-ABE2-A6DBB513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11A71338-8BA2-4C79-A6C5-5A8E30081D0C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19181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Prostokąt 85">
            <a:extLst>
              <a:ext uri="{FF2B5EF4-FFF2-40B4-BE49-F238E27FC236}">
                <a16:creationId xmlns:a16="http://schemas.microsoft.com/office/drawing/2014/main" id="{91CF620B-CA95-44EA-ABB7-3C0D72771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7" name="Prostokąt 116">
            <a:extLst>
              <a:ext uri="{FF2B5EF4-FFF2-40B4-BE49-F238E27FC236}">
                <a16:creationId xmlns:a16="http://schemas.microsoft.com/office/drawing/2014/main" id="{25C8A854-6AD5-4EA8-ADB0-B4224410C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pSp>
        <p:nvGrpSpPr>
          <p:cNvPr id="87" name="Grupa 86">
            <a:extLst>
              <a:ext uri="{FF2B5EF4-FFF2-40B4-BE49-F238E27FC236}">
                <a16:creationId xmlns:a16="http://schemas.microsoft.com/office/drawing/2014/main" id="{3A155F89-2CC8-4507-9CAF-52B9C04F1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7514" y="-1"/>
            <a:ext cx="12214827" cy="6858000"/>
            <a:chOff x="-6214" y="-1"/>
            <a:chExt cx="12214827" cy="6858000"/>
          </a:xfrm>
        </p:grpSpPr>
        <p:cxnSp>
          <p:nvCxnSpPr>
            <p:cNvPr id="88" name="Łącznik prosty 87">
              <a:extLst>
                <a:ext uri="{FF2B5EF4-FFF2-40B4-BE49-F238E27FC236}">
                  <a16:creationId xmlns:a16="http://schemas.microsoft.com/office/drawing/2014/main" id="{8BD4B67D-F11A-42B5-AD36-64E839983324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Łącznik prosty 88">
              <a:extLst>
                <a:ext uri="{FF2B5EF4-FFF2-40B4-BE49-F238E27FC236}">
                  <a16:creationId xmlns:a16="http://schemas.microsoft.com/office/drawing/2014/main" id="{D6D992C2-C73A-4020-AB80-910ABD8B66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Łącznik prosty 89">
              <a:extLst>
                <a:ext uri="{FF2B5EF4-FFF2-40B4-BE49-F238E27FC236}">
                  <a16:creationId xmlns:a16="http://schemas.microsoft.com/office/drawing/2014/main" id="{CFE2C1AC-3C9C-4E6F-AB7D-796BB42A793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Łącznik prosty 90">
              <a:extLst>
                <a:ext uri="{FF2B5EF4-FFF2-40B4-BE49-F238E27FC236}">
                  <a16:creationId xmlns:a16="http://schemas.microsoft.com/office/drawing/2014/main" id="{274DEF58-5490-4294-BAB9-82EDB4B685B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Łącznik prosty 91">
              <a:extLst>
                <a:ext uri="{FF2B5EF4-FFF2-40B4-BE49-F238E27FC236}">
                  <a16:creationId xmlns:a16="http://schemas.microsoft.com/office/drawing/2014/main" id="{36C22FA6-2BFF-4A17-A8A3-6D0DF06B1F11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Łącznik prosty 92">
              <a:extLst>
                <a:ext uri="{FF2B5EF4-FFF2-40B4-BE49-F238E27FC236}">
                  <a16:creationId xmlns:a16="http://schemas.microsoft.com/office/drawing/2014/main" id="{F6D8CA74-FFC2-4419-A69D-5FA13927B46F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Łącznik prosty 93">
              <a:extLst>
                <a:ext uri="{FF2B5EF4-FFF2-40B4-BE49-F238E27FC236}">
                  <a16:creationId xmlns:a16="http://schemas.microsoft.com/office/drawing/2014/main" id="{A324DD6D-F6AE-4E1F-898D-939DCF98FC63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Łącznik prosty 94">
              <a:extLst>
                <a:ext uri="{FF2B5EF4-FFF2-40B4-BE49-F238E27FC236}">
                  <a16:creationId xmlns:a16="http://schemas.microsoft.com/office/drawing/2014/main" id="{0E0F22C7-C523-4F27-A682-25E22C10A4B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Łącznik prosty 95">
              <a:extLst>
                <a:ext uri="{FF2B5EF4-FFF2-40B4-BE49-F238E27FC236}">
                  <a16:creationId xmlns:a16="http://schemas.microsoft.com/office/drawing/2014/main" id="{D8C830C3-0BFC-4AA7-872B-FF1C785DBB5E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Łącznik prosty 96">
              <a:extLst>
                <a:ext uri="{FF2B5EF4-FFF2-40B4-BE49-F238E27FC236}">
                  <a16:creationId xmlns:a16="http://schemas.microsoft.com/office/drawing/2014/main" id="{C33F1ADE-8ECD-4FC1-8B6A-DE1C1675B95C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Łącznik prosty 97">
              <a:extLst>
                <a:ext uri="{FF2B5EF4-FFF2-40B4-BE49-F238E27FC236}">
                  <a16:creationId xmlns:a16="http://schemas.microsoft.com/office/drawing/2014/main" id="{13D25F39-5E7A-43D1-B675-629B3393384A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Łącznik prosty 98">
              <a:extLst>
                <a:ext uri="{FF2B5EF4-FFF2-40B4-BE49-F238E27FC236}">
                  <a16:creationId xmlns:a16="http://schemas.microsoft.com/office/drawing/2014/main" id="{F9FBA4B2-FB49-4B68-ABBB-19B47CCAF2EC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Łącznik prosty 99">
              <a:extLst>
                <a:ext uri="{FF2B5EF4-FFF2-40B4-BE49-F238E27FC236}">
                  <a16:creationId xmlns:a16="http://schemas.microsoft.com/office/drawing/2014/main" id="{631B16C3-0946-4E2F-9275-87F95C25C0E6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Łącznik prosty 100">
              <a:extLst>
                <a:ext uri="{FF2B5EF4-FFF2-40B4-BE49-F238E27FC236}">
                  <a16:creationId xmlns:a16="http://schemas.microsoft.com/office/drawing/2014/main" id="{6160A9E2-9353-4FC1-9099-E56AEFE6C02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Łącznik prosty 101">
              <a:extLst>
                <a:ext uri="{FF2B5EF4-FFF2-40B4-BE49-F238E27FC236}">
                  <a16:creationId xmlns:a16="http://schemas.microsoft.com/office/drawing/2014/main" id="{501D6BDE-C806-4832-BFE5-B43692D4EC54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Łącznik prosty 102">
              <a:extLst>
                <a:ext uri="{FF2B5EF4-FFF2-40B4-BE49-F238E27FC236}">
                  <a16:creationId xmlns:a16="http://schemas.microsoft.com/office/drawing/2014/main" id="{C13E0E13-B29D-4A6F-BD03-B4B74E5C9F8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Łącznik prosty 103">
              <a:extLst>
                <a:ext uri="{FF2B5EF4-FFF2-40B4-BE49-F238E27FC236}">
                  <a16:creationId xmlns:a16="http://schemas.microsoft.com/office/drawing/2014/main" id="{99062266-EA73-40C1-B2BA-84A5B170C4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Łącznik prosty 104">
              <a:extLst>
                <a:ext uri="{FF2B5EF4-FFF2-40B4-BE49-F238E27FC236}">
                  <a16:creationId xmlns:a16="http://schemas.microsoft.com/office/drawing/2014/main" id="{98CA1C91-AC4A-4ECC-ABBE-F95A0D71639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Łącznik prosty 105">
              <a:extLst>
                <a:ext uri="{FF2B5EF4-FFF2-40B4-BE49-F238E27FC236}">
                  <a16:creationId xmlns:a16="http://schemas.microsoft.com/office/drawing/2014/main" id="{D9ED7D18-4C21-4EC7-A69E-F217BB037F4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Łącznik prosty 106">
              <a:extLst>
                <a:ext uri="{FF2B5EF4-FFF2-40B4-BE49-F238E27FC236}">
                  <a16:creationId xmlns:a16="http://schemas.microsoft.com/office/drawing/2014/main" id="{3DE6646E-0507-49D1-BC5A-96FDF97E8D4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Łącznik prosty 107">
              <a:extLst>
                <a:ext uri="{FF2B5EF4-FFF2-40B4-BE49-F238E27FC236}">
                  <a16:creationId xmlns:a16="http://schemas.microsoft.com/office/drawing/2014/main" id="{880A6265-73D5-4AFE-B003-E79690762B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Łącznik prosty 108">
              <a:extLst>
                <a:ext uri="{FF2B5EF4-FFF2-40B4-BE49-F238E27FC236}">
                  <a16:creationId xmlns:a16="http://schemas.microsoft.com/office/drawing/2014/main" id="{C5FF6B8A-5930-4909-A84D-9D86FAAEA4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Łącznik prosty 109">
              <a:extLst>
                <a:ext uri="{FF2B5EF4-FFF2-40B4-BE49-F238E27FC236}">
                  <a16:creationId xmlns:a16="http://schemas.microsoft.com/office/drawing/2014/main" id="{0BE97C02-B5E8-4E85-AB2D-1B144728C6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Łącznik prosty 110">
              <a:extLst>
                <a:ext uri="{FF2B5EF4-FFF2-40B4-BE49-F238E27FC236}">
                  <a16:creationId xmlns:a16="http://schemas.microsoft.com/office/drawing/2014/main" id="{9E0D9532-E4F7-4181-B732-B402D7E9293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Łącznik prosty 111">
              <a:extLst>
                <a:ext uri="{FF2B5EF4-FFF2-40B4-BE49-F238E27FC236}">
                  <a16:creationId xmlns:a16="http://schemas.microsoft.com/office/drawing/2014/main" id="{E0FED504-48F9-42AE-8C1D-18ABEA360C4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Łącznik prosty 112">
              <a:extLst>
                <a:ext uri="{FF2B5EF4-FFF2-40B4-BE49-F238E27FC236}">
                  <a16:creationId xmlns:a16="http://schemas.microsoft.com/office/drawing/2014/main" id="{761B5F04-4827-493D-8CDB-8FC1F21F86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Łącznik prosty 113">
              <a:extLst>
                <a:ext uri="{FF2B5EF4-FFF2-40B4-BE49-F238E27FC236}">
                  <a16:creationId xmlns:a16="http://schemas.microsoft.com/office/drawing/2014/main" id="{A4D02F9F-A9FF-4569-B1CF-3D5B0B8A589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Łącznik prosty 114">
              <a:extLst>
                <a:ext uri="{FF2B5EF4-FFF2-40B4-BE49-F238E27FC236}">
                  <a16:creationId xmlns:a16="http://schemas.microsoft.com/office/drawing/2014/main" id="{EE699586-9F40-4AEA-B070-FBBD1775335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Łącznik prosty 115">
              <a:extLst>
                <a:ext uri="{FF2B5EF4-FFF2-40B4-BE49-F238E27FC236}">
                  <a16:creationId xmlns:a16="http://schemas.microsoft.com/office/drawing/2014/main" id="{4D4BD64C-0BF9-4084-8C20-90D20EA6B6D7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Prostokąt 45">
            <a:extLst>
              <a:ext uri="{FF2B5EF4-FFF2-40B4-BE49-F238E27FC236}">
                <a16:creationId xmlns:a16="http://schemas.microsoft.com/office/drawing/2014/main" id="{CC3AD463-404C-4576-AC21-F25582953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accent1">
              <a:lumMod val="40000"/>
              <a:lumOff val="6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120" name="Trójkąt prostokątny 119">
            <a:extLst>
              <a:ext uri="{FF2B5EF4-FFF2-40B4-BE49-F238E27FC236}">
                <a16:creationId xmlns:a16="http://schemas.microsoft.com/office/drawing/2014/main" id="{2A73DFF6-076E-4BBC-9CDB-E1B24D9B6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5905012" y="-284145"/>
            <a:ext cx="568289" cy="568289"/>
          </a:xfrm>
          <a:prstGeom prst="rtTriangle">
            <a:avLst/>
          </a:prstGeom>
          <a:solidFill>
            <a:schemeClr val="bg1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9DE89C6-E571-4739-8BA7-D97BDCD1D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4268" y="441042"/>
            <a:ext cx="9323464" cy="1162258"/>
          </a:xfrm>
          <a:prstGeom prst="rect">
            <a:avLst/>
          </a:prstGeom>
        </p:spPr>
        <p:txBody>
          <a:bodyPr rtlCol="0" anchor="ctr"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l-PL" noProof="0"/>
              <a:t>Kliknij, aby dodać tytuł</a:t>
            </a:r>
          </a:p>
        </p:txBody>
      </p:sp>
      <p:sp>
        <p:nvSpPr>
          <p:cNvPr id="121" name="Tekst — symbol zastępczy 81">
            <a:extLst>
              <a:ext uri="{FF2B5EF4-FFF2-40B4-BE49-F238E27FC236}">
                <a16:creationId xmlns:a16="http://schemas.microsoft.com/office/drawing/2014/main" id="{24221B82-BDC2-43E4-9DC3-109392FCBF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757" y="1816398"/>
            <a:ext cx="3661357" cy="772972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b="1">
                <a:solidFill>
                  <a:schemeClr val="accent5"/>
                </a:solidFill>
                <a:latin typeface="+mj-lt"/>
              </a:defRPr>
            </a:lvl1pPr>
          </a:lstStyle>
          <a:p>
            <a:pPr lvl="0" rtl="0"/>
            <a:r>
              <a:rPr lang="pl-PL" noProof="0"/>
              <a:t>Tutaj wstaw podtytuł</a:t>
            </a:r>
          </a:p>
        </p:txBody>
      </p:sp>
      <p:sp>
        <p:nvSpPr>
          <p:cNvPr id="123" name="Tekst — symbol zastępczy 84">
            <a:extLst>
              <a:ext uri="{FF2B5EF4-FFF2-40B4-BE49-F238E27FC236}">
                <a16:creationId xmlns:a16="http://schemas.microsoft.com/office/drawing/2014/main" id="{F064B050-C9E2-4CBD-8063-8F72369DE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9280" y="2595913"/>
            <a:ext cx="3661357" cy="3119437"/>
          </a:xfrm>
          <a:prstGeom prst="rect">
            <a:avLst/>
          </a:prstGeom>
        </p:spPr>
        <p:txBody>
          <a:bodyPr rtlCol="0"/>
          <a:lstStyle>
            <a:lvl1pPr marL="457200" indent="-45720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Tutaj wstaw tekst</a:t>
            </a:r>
          </a:p>
        </p:txBody>
      </p:sp>
      <p:sp>
        <p:nvSpPr>
          <p:cNvPr id="132" name="Tekst — symbol zastępczy 81">
            <a:extLst>
              <a:ext uri="{FF2B5EF4-FFF2-40B4-BE49-F238E27FC236}">
                <a16:creationId xmlns:a16="http://schemas.microsoft.com/office/drawing/2014/main" id="{AB4DD233-B719-42EE-AE0F-930CABD5AA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51938" y="1822941"/>
            <a:ext cx="3661357" cy="772972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b="1">
                <a:solidFill>
                  <a:schemeClr val="accent5"/>
                </a:solidFill>
                <a:latin typeface="+mj-lt"/>
              </a:defRPr>
            </a:lvl1pPr>
          </a:lstStyle>
          <a:p>
            <a:pPr lvl="0" rtl="0"/>
            <a:r>
              <a:rPr lang="pl-PL" noProof="0"/>
              <a:t>Tutaj wstaw podtytuł</a:t>
            </a:r>
          </a:p>
        </p:txBody>
      </p:sp>
      <p:sp>
        <p:nvSpPr>
          <p:cNvPr id="133" name="Tekst — symbol zastępczy 84">
            <a:extLst>
              <a:ext uri="{FF2B5EF4-FFF2-40B4-BE49-F238E27FC236}">
                <a16:creationId xmlns:a16="http://schemas.microsoft.com/office/drawing/2014/main" id="{E2F4A9D6-F113-40C1-B3C8-A9BDB28772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51461" y="2602456"/>
            <a:ext cx="3661357" cy="3119437"/>
          </a:xfrm>
          <a:prstGeom prst="rect">
            <a:avLst/>
          </a:prstGeom>
        </p:spPr>
        <p:txBody>
          <a:bodyPr rtlCol="0"/>
          <a:lstStyle>
            <a:lvl1pPr marL="457200" indent="-45720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Tutaj wstaw tekst</a:t>
            </a:r>
          </a:p>
        </p:txBody>
      </p:sp>
      <p:sp>
        <p:nvSpPr>
          <p:cNvPr id="134" name="Tekst — symbol zastępczy 81">
            <a:extLst>
              <a:ext uri="{FF2B5EF4-FFF2-40B4-BE49-F238E27FC236}">
                <a16:creationId xmlns:a16="http://schemas.microsoft.com/office/drawing/2014/main" id="{B5E6D4D3-9E8F-4D92-B05A-7E9BBD7594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642" y="1822661"/>
            <a:ext cx="3661357" cy="772972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b="1">
                <a:solidFill>
                  <a:schemeClr val="accent5"/>
                </a:solidFill>
                <a:latin typeface="+mj-lt"/>
              </a:defRPr>
            </a:lvl1pPr>
          </a:lstStyle>
          <a:p>
            <a:pPr lvl="0" rtl="0"/>
            <a:r>
              <a:rPr lang="pl-PL" noProof="0"/>
              <a:t>Tutaj wstaw podtytuł</a:t>
            </a:r>
          </a:p>
        </p:txBody>
      </p:sp>
      <p:sp>
        <p:nvSpPr>
          <p:cNvPr id="135" name="Tekst — symbol zastępczy 84">
            <a:extLst>
              <a:ext uri="{FF2B5EF4-FFF2-40B4-BE49-F238E27FC236}">
                <a16:creationId xmlns:a16="http://schemas.microsoft.com/office/drawing/2014/main" id="{9C80C61E-A8B2-4011-AE18-0294FFF889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165" y="2602176"/>
            <a:ext cx="3661357" cy="3119437"/>
          </a:xfrm>
          <a:prstGeom prst="rect">
            <a:avLst/>
          </a:prstGeom>
        </p:spPr>
        <p:txBody>
          <a:bodyPr rtlCol="0"/>
          <a:lstStyle>
            <a:lvl1pPr marL="457200" indent="-457200">
              <a:lnSpc>
                <a:spcPct val="100000"/>
              </a:lnSpc>
              <a:buClr>
                <a:schemeClr val="tx1"/>
              </a:buClr>
              <a:buFont typeface="+mj-lt"/>
              <a:buAutoNum type="arabicPeriod"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Tutaj wstaw tekst</a:t>
            </a:r>
          </a:p>
        </p:txBody>
      </p:sp>
      <p:sp>
        <p:nvSpPr>
          <p:cNvPr id="125" name="Data — symbol zastępczy 3">
            <a:extLst>
              <a:ext uri="{FF2B5EF4-FFF2-40B4-BE49-F238E27FC236}">
                <a16:creationId xmlns:a16="http://schemas.microsoft.com/office/drawing/2014/main" id="{DEB76336-3978-4E04-820F-CCD4115F0A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20XX-02-02</a:t>
            </a:r>
          </a:p>
        </p:txBody>
      </p:sp>
      <p:sp>
        <p:nvSpPr>
          <p:cNvPr id="126" name="Stopka — symbol zastępczy 4">
            <a:extLst>
              <a:ext uri="{FF2B5EF4-FFF2-40B4-BE49-F238E27FC236}">
                <a16:creationId xmlns:a16="http://schemas.microsoft.com/office/drawing/2014/main" id="{296D1F50-7662-4B72-8D59-73594E519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TYTUŁ PREZENTACJI</a:t>
            </a:r>
          </a:p>
        </p:txBody>
      </p:sp>
      <p:sp>
        <p:nvSpPr>
          <p:cNvPr id="127" name="Numer slajdu — symbol zastępczy 5">
            <a:extLst>
              <a:ext uri="{FF2B5EF4-FFF2-40B4-BE49-F238E27FC236}">
                <a16:creationId xmlns:a16="http://schemas.microsoft.com/office/drawing/2014/main" id="{DEDEAF7E-D577-4B93-BAE4-358F8963B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11A71338-8BA2-4C79-A6C5-5A8E30081D0C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111649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Prostokąt 6">
            <a:extLst>
              <a:ext uri="{FF2B5EF4-FFF2-40B4-BE49-F238E27FC236}">
                <a16:creationId xmlns:a16="http://schemas.microsoft.com/office/drawing/2014/main" id="{4FB76C12-E75A-4DC1-9960-728FF6247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2E9A038F-EA18-4BE8-9515-18A5468BA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31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rójkąt prostokątny 8">
            <a:extLst>
              <a:ext uri="{FF2B5EF4-FFF2-40B4-BE49-F238E27FC236}">
                <a16:creationId xmlns:a16="http://schemas.microsoft.com/office/drawing/2014/main" id="{FD9F40A1-CB92-4D33-8C7F-3D64C4CDA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40" name="Tytuł 1">
            <a:extLst>
              <a:ext uri="{FF2B5EF4-FFF2-40B4-BE49-F238E27FC236}">
                <a16:creationId xmlns:a16="http://schemas.microsoft.com/office/drawing/2014/main" id="{F0B8C043-6614-4EDF-B7D6-FFD668CA6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25467"/>
            <a:ext cx="6028339" cy="193389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algn="l" rtl="0"/>
            <a:r>
              <a:rPr lang="pl-PL" sz="5400" noProof="0">
                <a:solidFill>
                  <a:srgbClr val="FFFFFF"/>
                </a:solidFill>
              </a:rPr>
              <a:t>Kliknij, aby edytować styl</a:t>
            </a:r>
          </a:p>
        </p:txBody>
      </p:sp>
      <p:sp>
        <p:nvSpPr>
          <p:cNvPr id="41" name="Podtytuł 2">
            <a:extLst>
              <a:ext uri="{FF2B5EF4-FFF2-40B4-BE49-F238E27FC236}">
                <a16:creationId xmlns:a16="http://schemas.microsoft.com/office/drawing/2014/main" id="{65B41117-5C7C-418F-ACC1-2C995E399F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2887800"/>
            <a:ext cx="6028339" cy="2942987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0000"/>
              </a:lnSpc>
              <a:buNone/>
              <a:defRPr sz="1800">
                <a:latin typeface="Calibri" panose="020F0502020204030204" pitchFamily="34" charset="0"/>
              </a:defRPr>
            </a:lvl1pPr>
          </a:lstStyle>
          <a:p>
            <a:pPr algn="l" rtl="0">
              <a:lnSpc>
                <a:spcPct val="110000"/>
              </a:lnSpc>
            </a:pPr>
            <a:r>
              <a:rPr lang="pl-PL" noProof="0">
                <a:solidFill>
                  <a:srgbClr val="FFFFFF"/>
                </a:solidFill>
              </a:rPr>
              <a:t>Kliknij, aby edytować styl wzorca podtytułu</a:t>
            </a:r>
          </a:p>
        </p:txBody>
      </p:sp>
      <p:sp>
        <p:nvSpPr>
          <p:cNvPr id="48" name="Data — symbol zastępczy 3">
            <a:extLst>
              <a:ext uri="{FF2B5EF4-FFF2-40B4-BE49-F238E27FC236}">
                <a16:creationId xmlns:a16="http://schemas.microsoft.com/office/drawing/2014/main" id="{E8CEA822-47EC-4255-B51C-916CD39C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spc="15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20XX-02-02</a:t>
            </a:r>
          </a:p>
        </p:txBody>
      </p:sp>
      <p:sp>
        <p:nvSpPr>
          <p:cNvPr id="53" name="Obraz — symbol zastępczy 51">
            <a:extLst>
              <a:ext uri="{FF2B5EF4-FFF2-40B4-BE49-F238E27FC236}">
                <a16:creationId xmlns:a16="http://schemas.microsoft.com/office/drawing/2014/main" id="{79C95DFA-DC4E-4658-87DF-37B40F51F4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94414" y="0"/>
            <a:ext cx="4997586" cy="2282888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2000">
                <a:latin typeface="Calibri" panose="020F05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54" name="Obraz — symbol zastępczy 51">
            <a:extLst>
              <a:ext uri="{FF2B5EF4-FFF2-40B4-BE49-F238E27FC236}">
                <a16:creationId xmlns:a16="http://schemas.microsoft.com/office/drawing/2014/main" id="{5EF5B274-E5A0-43C9-8A69-83629B0959B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91774" y="2286000"/>
            <a:ext cx="5000226" cy="2282888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2000">
                <a:latin typeface="Calibri" panose="020F05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55" name="Obraz — symbol zastępczy 51">
            <a:extLst>
              <a:ext uri="{FF2B5EF4-FFF2-40B4-BE49-F238E27FC236}">
                <a16:creationId xmlns:a16="http://schemas.microsoft.com/office/drawing/2014/main" id="{4F741404-84C5-4B6D-A9DF-04368D8CE7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190232" y="4572000"/>
            <a:ext cx="5001768" cy="2286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sz="2000">
                <a:latin typeface="Calibri" panose="020F05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grpSp>
        <p:nvGrpSpPr>
          <p:cNvPr id="10" name="Grupa 9">
            <a:extLst>
              <a:ext uri="{FF2B5EF4-FFF2-40B4-BE49-F238E27FC236}">
                <a16:creationId xmlns:a16="http://schemas.microsoft.com/office/drawing/2014/main" id="{A02F5DF9-7A8B-4537-A6A0-2E18DDAEB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" name="Łącznik prosty 10">
              <a:extLst>
                <a:ext uri="{FF2B5EF4-FFF2-40B4-BE49-F238E27FC236}">
                  <a16:creationId xmlns:a16="http://schemas.microsoft.com/office/drawing/2014/main" id="{C7B4CDB4-E22F-44F9-88B7-1F387514E496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Łącznik prosty 11">
              <a:extLst>
                <a:ext uri="{FF2B5EF4-FFF2-40B4-BE49-F238E27FC236}">
                  <a16:creationId xmlns:a16="http://schemas.microsoft.com/office/drawing/2014/main" id="{C5E9F74E-6897-4904-82FB-61A6D96C96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Łącznik prosty 12">
              <a:extLst>
                <a:ext uri="{FF2B5EF4-FFF2-40B4-BE49-F238E27FC236}">
                  <a16:creationId xmlns:a16="http://schemas.microsoft.com/office/drawing/2014/main" id="{0A81A9C5-9E3B-4C65-AB4D-F2303D1D4486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Łącznik prosty 13">
              <a:extLst>
                <a:ext uri="{FF2B5EF4-FFF2-40B4-BE49-F238E27FC236}">
                  <a16:creationId xmlns:a16="http://schemas.microsoft.com/office/drawing/2014/main" id="{DCCEAD54-0ADC-4090-99E7-D1691F787A5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Łącznik prosty 14">
              <a:extLst>
                <a:ext uri="{FF2B5EF4-FFF2-40B4-BE49-F238E27FC236}">
                  <a16:creationId xmlns:a16="http://schemas.microsoft.com/office/drawing/2014/main" id="{F96BE792-DC81-4EA8-ABFD-F41E49E988AC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Łącznik prosty 15">
              <a:extLst>
                <a:ext uri="{FF2B5EF4-FFF2-40B4-BE49-F238E27FC236}">
                  <a16:creationId xmlns:a16="http://schemas.microsoft.com/office/drawing/2014/main" id="{968594AF-C50A-416B-9238-1BFEA44A71A0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Łącznik prosty 16">
              <a:extLst>
                <a:ext uri="{FF2B5EF4-FFF2-40B4-BE49-F238E27FC236}">
                  <a16:creationId xmlns:a16="http://schemas.microsoft.com/office/drawing/2014/main" id="{ABB7432C-3B26-434E-96F1-3CA88C2C1428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Łącznik prosty 17">
              <a:extLst>
                <a:ext uri="{FF2B5EF4-FFF2-40B4-BE49-F238E27FC236}">
                  <a16:creationId xmlns:a16="http://schemas.microsoft.com/office/drawing/2014/main" id="{ECF2307A-A723-481D-A679-099426CBF66B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Łącznik prosty 18">
              <a:extLst>
                <a:ext uri="{FF2B5EF4-FFF2-40B4-BE49-F238E27FC236}">
                  <a16:creationId xmlns:a16="http://schemas.microsoft.com/office/drawing/2014/main" id="{C713702D-25EA-454E-80F1-45BB74D4CC94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Łącznik prosty 19">
              <a:extLst>
                <a:ext uri="{FF2B5EF4-FFF2-40B4-BE49-F238E27FC236}">
                  <a16:creationId xmlns:a16="http://schemas.microsoft.com/office/drawing/2014/main" id="{7450B88E-997E-4F65-82F8-9D47ECBC796B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Łącznik prosty 20">
              <a:extLst>
                <a:ext uri="{FF2B5EF4-FFF2-40B4-BE49-F238E27FC236}">
                  <a16:creationId xmlns:a16="http://schemas.microsoft.com/office/drawing/2014/main" id="{875EAEE1-D5B7-4F67-A50A-D616B864B825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Łącznik prosty 21">
              <a:extLst>
                <a:ext uri="{FF2B5EF4-FFF2-40B4-BE49-F238E27FC236}">
                  <a16:creationId xmlns:a16="http://schemas.microsoft.com/office/drawing/2014/main" id="{0E1ABFCA-E35A-4D14-8F29-A5ADABFB908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Łącznik prosty 22">
              <a:extLst>
                <a:ext uri="{FF2B5EF4-FFF2-40B4-BE49-F238E27FC236}">
                  <a16:creationId xmlns:a16="http://schemas.microsoft.com/office/drawing/2014/main" id="{CC809049-7B8F-4F96-BA1C-46C0BAA4A475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Łącznik prosty 23">
              <a:extLst>
                <a:ext uri="{FF2B5EF4-FFF2-40B4-BE49-F238E27FC236}">
                  <a16:creationId xmlns:a16="http://schemas.microsoft.com/office/drawing/2014/main" id="{90330093-E758-4906-A2FC-F18D60D8AF3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Łącznik prosty 24">
              <a:extLst>
                <a:ext uri="{FF2B5EF4-FFF2-40B4-BE49-F238E27FC236}">
                  <a16:creationId xmlns:a16="http://schemas.microsoft.com/office/drawing/2014/main" id="{2CEC1A30-03E9-4C4D-8340-9B9E6E8CEA0D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Łącznik prosty 25">
              <a:extLst>
                <a:ext uri="{FF2B5EF4-FFF2-40B4-BE49-F238E27FC236}">
                  <a16:creationId xmlns:a16="http://schemas.microsoft.com/office/drawing/2014/main" id="{E4CE662E-0BD8-48D5-AFAE-CDCF90AD56AA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Łącznik prosty 26">
              <a:extLst>
                <a:ext uri="{FF2B5EF4-FFF2-40B4-BE49-F238E27FC236}">
                  <a16:creationId xmlns:a16="http://schemas.microsoft.com/office/drawing/2014/main" id="{CA2192D8-661B-4B8B-A3CD-FA227DD796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Łącznik prosty 27">
              <a:extLst>
                <a:ext uri="{FF2B5EF4-FFF2-40B4-BE49-F238E27FC236}">
                  <a16:creationId xmlns:a16="http://schemas.microsoft.com/office/drawing/2014/main" id="{FD76DFA6-E8E2-4E7C-88C0-2305E398AC4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Łącznik prosty 28">
              <a:extLst>
                <a:ext uri="{FF2B5EF4-FFF2-40B4-BE49-F238E27FC236}">
                  <a16:creationId xmlns:a16="http://schemas.microsoft.com/office/drawing/2014/main" id="{89E1A15B-0E79-4E7D-AEB2-4CC45B533F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Łącznik prosty 29">
              <a:extLst>
                <a:ext uri="{FF2B5EF4-FFF2-40B4-BE49-F238E27FC236}">
                  <a16:creationId xmlns:a16="http://schemas.microsoft.com/office/drawing/2014/main" id="{23B1CB8C-2288-41EE-8AAB-B66AFF7085E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Łącznik prosty 30">
              <a:extLst>
                <a:ext uri="{FF2B5EF4-FFF2-40B4-BE49-F238E27FC236}">
                  <a16:creationId xmlns:a16="http://schemas.microsoft.com/office/drawing/2014/main" id="{D5AA269E-0C97-43AC-B914-ACE0CEBFDE1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Łącznik prosty 31">
              <a:extLst>
                <a:ext uri="{FF2B5EF4-FFF2-40B4-BE49-F238E27FC236}">
                  <a16:creationId xmlns:a16="http://schemas.microsoft.com/office/drawing/2014/main" id="{D4D09D19-B613-4AF2-ABF3-0FFEC7F7E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Łącznik prosty 32">
              <a:extLst>
                <a:ext uri="{FF2B5EF4-FFF2-40B4-BE49-F238E27FC236}">
                  <a16:creationId xmlns:a16="http://schemas.microsoft.com/office/drawing/2014/main" id="{D3C0ED42-E6BC-4162-9554-D604DD6D6B0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Łącznik prosty 33">
              <a:extLst>
                <a:ext uri="{FF2B5EF4-FFF2-40B4-BE49-F238E27FC236}">
                  <a16:creationId xmlns:a16="http://schemas.microsoft.com/office/drawing/2014/main" id="{3C20673F-4A5C-4719-9B9C-171763FDA82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Łącznik prosty 34">
              <a:extLst>
                <a:ext uri="{FF2B5EF4-FFF2-40B4-BE49-F238E27FC236}">
                  <a16:creationId xmlns:a16="http://schemas.microsoft.com/office/drawing/2014/main" id="{F253314C-8CCD-4CF3-9C37-B580A4AED2C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Łącznik prosty 35">
              <a:extLst>
                <a:ext uri="{FF2B5EF4-FFF2-40B4-BE49-F238E27FC236}">
                  <a16:creationId xmlns:a16="http://schemas.microsoft.com/office/drawing/2014/main" id="{3D7A90F7-C2FA-4AA1-B434-510EAA4E129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Łącznik prosty 36">
              <a:extLst>
                <a:ext uri="{FF2B5EF4-FFF2-40B4-BE49-F238E27FC236}">
                  <a16:creationId xmlns:a16="http://schemas.microsoft.com/office/drawing/2014/main" id="{24B0EC38-EAFB-43C1-87E3-FE67E72292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Łącznik prosty 37">
              <a:extLst>
                <a:ext uri="{FF2B5EF4-FFF2-40B4-BE49-F238E27FC236}">
                  <a16:creationId xmlns:a16="http://schemas.microsoft.com/office/drawing/2014/main" id="{40854AE5-9E53-4202-A081-4736689EBC1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Łącznik prosty 38">
              <a:extLst>
                <a:ext uri="{FF2B5EF4-FFF2-40B4-BE49-F238E27FC236}">
                  <a16:creationId xmlns:a16="http://schemas.microsoft.com/office/drawing/2014/main" id="{9B5673B7-A170-46D3-B5E1-D79F3374A71A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Stopka — symbol zastępczy 4">
            <a:extLst>
              <a:ext uri="{FF2B5EF4-FFF2-40B4-BE49-F238E27FC236}">
                <a16:creationId xmlns:a16="http://schemas.microsoft.com/office/drawing/2014/main" id="{9C730C22-6E95-40BE-A708-FA2A25DD2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TYTUŁ PREZENTACJI</a:t>
            </a:r>
          </a:p>
        </p:txBody>
      </p:sp>
      <p:sp>
        <p:nvSpPr>
          <p:cNvPr id="50" name="Numer slajdu — symbol zastępczy 5">
            <a:extLst>
              <a:ext uri="{FF2B5EF4-FFF2-40B4-BE49-F238E27FC236}">
                <a16:creationId xmlns:a16="http://schemas.microsoft.com/office/drawing/2014/main" id="{BFC463F0-AD39-4A7E-A5BF-1D7436900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</a:defRPr>
            </a:lvl1pPr>
          </a:lstStyle>
          <a:p>
            <a:fld id="{11A71338-8BA2-4C79-A6C5-5A8E30081D0C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393511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mknię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Prostokąt 50">
            <a:extLst>
              <a:ext uri="{FF2B5EF4-FFF2-40B4-BE49-F238E27FC236}">
                <a16:creationId xmlns:a16="http://schemas.microsoft.com/office/drawing/2014/main" id="{4987528D-293D-419F-B6B1-A104443B2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2" name="Prostokąt 51">
            <a:extLst>
              <a:ext uri="{FF2B5EF4-FFF2-40B4-BE49-F238E27FC236}">
                <a16:creationId xmlns:a16="http://schemas.microsoft.com/office/drawing/2014/main" id="{AA467263-FC60-4269-BE10-A00F3AE96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3" name="Trójkąt prostokątny 52">
            <a:extLst>
              <a:ext uri="{FF2B5EF4-FFF2-40B4-BE49-F238E27FC236}">
                <a16:creationId xmlns:a16="http://schemas.microsoft.com/office/drawing/2014/main" id="{0A2143FD-5B7E-4844-9056-07C72D17C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54" name="Schemat blokowy: Dokument 53">
            <a:extLst>
              <a:ext uri="{FF2B5EF4-FFF2-40B4-BE49-F238E27FC236}">
                <a16:creationId xmlns:a16="http://schemas.microsoft.com/office/drawing/2014/main" id="{FD193356-2BA7-4BBE-A881-735188BBD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455724" y="2105114"/>
            <a:ext cx="6858000" cy="2647778"/>
          </a:xfrm>
          <a:prstGeom prst="flowChartDocumen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grpSp>
        <p:nvGrpSpPr>
          <p:cNvPr id="55" name="Grupa 54">
            <a:extLst>
              <a:ext uri="{FF2B5EF4-FFF2-40B4-BE49-F238E27FC236}">
                <a16:creationId xmlns:a16="http://schemas.microsoft.com/office/drawing/2014/main" id="{BABB6A4E-AAF5-46BC-AF70-EFB826898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6" name="Łącznik prosty 55">
              <a:extLst>
                <a:ext uri="{FF2B5EF4-FFF2-40B4-BE49-F238E27FC236}">
                  <a16:creationId xmlns:a16="http://schemas.microsoft.com/office/drawing/2014/main" id="{5098CE0A-07AF-475D-847B-BC2C09B11257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Łącznik prosty 56">
              <a:extLst>
                <a:ext uri="{FF2B5EF4-FFF2-40B4-BE49-F238E27FC236}">
                  <a16:creationId xmlns:a16="http://schemas.microsoft.com/office/drawing/2014/main" id="{0FAF8888-5C58-4210-9B6C-8453116F89D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Łącznik prosty 57">
              <a:extLst>
                <a:ext uri="{FF2B5EF4-FFF2-40B4-BE49-F238E27FC236}">
                  <a16:creationId xmlns:a16="http://schemas.microsoft.com/office/drawing/2014/main" id="{E55DA967-527D-4EF5-BC5B-C9A4D0AE670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Łącznik prosty 58">
              <a:extLst>
                <a:ext uri="{FF2B5EF4-FFF2-40B4-BE49-F238E27FC236}">
                  <a16:creationId xmlns:a16="http://schemas.microsoft.com/office/drawing/2014/main" id="{AD4B90F1-FA63-44F8-AFBD-EAA664F2668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Łącznik prosty 59">
              <a:extLst>
                <a:ext uri="{FF2B5EF4-FFF2-40B4-BE49-F238E27FC236}">
                  <a16:creationId xmlns:a16="http://schemas.microsoft.com/office/drawing/2014/main" id="{779BC52E-5A86-4380-BDBD-4A8C8F79F3DA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Łącznik prosty 60">
              <a:extLst>
                <a:ext uri="{FF2B5EF4-FFF2-40B4-BE49-F238E27FC236}">
                  <a16:creationId xmlns:a16="http://schemas.microsoft.com/office/drawing/2014/main" id="{7518DD47-B72F-4572-8652-594CB38C7C77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Łącznik prosty 61">
              <a:extLst>
                <a:ext uri="{FF2B5EF4-FFF2-40B4-BE49-F238E27FC236}">
                  <a16:creationId xmlns:a16="http://schemas.microsoft.com/office/drawing/2014/main" id="{6BB75A49-D451-4D82-A22C-FF0946E6DED9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Łącznik prosty 62">
              <a:extLst>
                <a:ext uri="{FF2B5EF4-FFF2-40B4-BE49-F238E27FC236}">
                  <a16:creationId xmlns:a16="http://schemas.microsoft.com/office/drawing/2014/main" id="{0BCB1FB9-CC9B-48F2-90C3-821F3F616C17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Łącznik prosty 63">
              <a:extLst>
                <a:ext uri="{FF2B5EF4-FFF2-40B4-BE49-F238E27FC236}">
                  <a16:creationId xmlns:a16="http://schemas.microsoft.com/office/drawing/2014/main" id="{A6D00A7D-DC23-4315-9EC0-B669EB491DB1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Łącznik prosty 64">
              <a:extLst>
                <a:ext uri="{FF2B5EF4-FFF2-40B4-BE49-F238E27FC236}">
                  <a16:creationId xmlns:a16="http://schemas.microsoft.com/office/drawing/2014/main" id="{3E76C2DE-1D31-4289-AE7D-6C34B9BEE7E0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Łącznik prosty 65">
              <a:extLst>
                <a:ext uri="{FF2B5EF4-FFF2-40B4-BE49-F238E27FC236}">
                  <a16:creationId xmlns:a16="http://schemas.microsoft.com/office/drawing/2014/main" id="{B62E9492-F409-482D-B645-10FF6AC41AF9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Łącznik prosty 66">
              <a:extLst>
                <a:ext uri="{FF2B5EF4-FFF2-40B4-BE49-F238E27FC236}">
                  <a16:creationId xmlns:a16="http://schemas.microsoft.com/office/drawing/2014/main" id="{62DC565F-0CA2-4501-8213-735FFE3DF6B3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Łącznik prosty 67">
              <a:extLst>
                <a:ext uri="{FF2B5EF4-FFF2-40B4-BE49-F238E27FC236}">
                  <a16:creationId xmlns:a16="http://schemas.microsoft.com/office/drawing/2014/main" id="{7E5A3D38-7FDD-4709-88C6-590F3E5AEA78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Łącznik prosty 68">
              <a:extLst>
                <a:ext uri="{FF2B5EF4-FFF2-40B4-BE49-F238E27FC236}">
                  <a16:creationId xmlns:a16="http://schemas.microsoft.com/office/drawing/2014/main" id="{3F34FB10-A2A2-42BE-89D3-59CDCDF82CEB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Łącznik prosty 69">
              <a:extLst>
                <a:ext uri="{FF2B5EF4-FFF2-40B4-BE49-F238E27FC236}">
                  <a16:creationId xmlns:a16="http://schemas.microsoft.com/office/drawing/2014/main" id="{A0EB0B65-231B-4586-AB6F-5AB3DE9FAADA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Łącznik prosty 70">
              <a:extLst>
                <a:ext uri="{FF2B5EF4-FFF2-40B4-BE49-F238E27FC236}">
                  <a16:creationId xmlns:a16="http://schemas.microsoft.com/office/drawing/2014/main" id="{519DB94B-4BD3-4672-BD6B-3994D5B9CE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Łącznik prosty 71">
              <a:extLst>
                <a:ext uri="{FF2B5EF4-FFF2-40B4-BE49-F238E27FC236}">
                  <a16:creationId xmlns:a16="http://schemas.microsoft.com/office/drawing/2014/main" id="{6806E7D0-A3FD-43BC-B099-D9AD77116FD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Łącznik prosty 72">
              <a:extLst>
                <a:ext uri="{FF2B5EF4-FFF2-40B4-BE49-F238E27FC236}">
                  <a16:creationId xmlns:a16="http://schemas.microsoft.com/office/drawing/2014/main" id="{F9D3F4C0-B895-47F1-B38A-1D86C2396A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Łącznik prosty 73">
              <a:extLst>
                <a:ext uri="{FF2B5EF4-FFF2-40B4-BE49-F238E27FC236}">
                  <a16:creationId xmlns:a16="http://schemas.microsoft.com/office/drawing/2014/main" id="{52FA5DF4-DE8F-4EF8-BC50-0BDA1ED6BA1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Łącznik prosty 74">
              <a:extLst>
                <a:ext uri="{FF2B5EF4-FFF2-40B4-BE49-F238E27FC236}">
                  <a16:creationId xmlns:a16="http://schemas.microsoft.com/office/drawing/2014/main" id="{741CF04F-8C94-4781-839F-DCABB2D7BC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Łącznik prosty 75">
              <a:extLst>
                <a:ext uri="{FF2B5EF4-FFF2-40B4-BE49-F238E27FC236}">
                  <a16:creationId xmlns:a16="http://schemas.microsoft.com/office/drawing/2014/main" id="{508DF419-049D-4C31-BE0A-E5F9FADA510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Łącznik prosty 76">
              <a:extLst>
                <a:ext uri="{FF2B5EF4-FFF2-40B4-BE49-F238E27FC236}">
                  <a16:creationId xmlns:a16="http://schemas.microsoft.com/office/drawing/2014/main" id="{9619C9CF-0817-4920-8D58-4983252BD9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Łącznik prosty 77">
              <a:extLst>
                <a:ext uri="{FF2B5EF4-FFF2-40B4-BE49-F238E27FC236}">
                  <a16:creationId xmlns:a16="http://schemas.microsoft.com/office/drawing/2014/main" id="{7A5B031B-FA3D-4738-BB48-5143A29B800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Łącznik prosty 78">
              <a:extLst>
                <a:ext uri="{FF2B5EF4-FFF2-40B4-BE49-F238E27FC236}">
                  <a16:creationId xmlns:a16="http://schemas.microsoft.com/office/drawing/2014/main" id="{94D8098E-5CEA-4903-A146-23D553F698E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Łącznik prosty 79">
              <a:extLst>
                <a:ext uri="{FF2B5EF4-FFF2-40B4-BE49-F238E27FC236}">
                  <a16:creationId xmlns:a16="http://schemas.microsoft.com/office/drawing/2014/main" id="{DA900A38-58AC-40D4-896C-5B66E97123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Łącznik prosty 80">
              <a:extLst>
                <a:ext uri="{FF2B5EF4-FFF2-40B4-BE49-F238E27FC236}">
                  <a16:creationId xmlns:a16="http://schemas.microsoft.com/office/drawing/2014/main" id="{53E623E7-180E-4DB5-91B3-48CE8414D8B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Łącznik prosty 81">
              <a:extLst>
                <a:ext uri="{FF2B5EF4-FFF2-40B4-BE49-F238E27FC236}">
                  <a16:creationId xmlns:a16="http://schemas.microsoft.com/office/drawing/2014/main" id="{6C3F2957-4A6D-4C53-A2BC-0ED300AE530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Łącznik prosty 82">
              <a:extLst>
                <a:ext uri="{FF2B5EF4-FFF2-40B4-BE49-F238E27FC236}">
                  <a16:creationId xmlns:a16="http://schemas.microsoft.com/office/drawing/2014/main" id="{29A34577-91E4-43A1-965D-0E340D1398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Łącznik prosty 83">
              <a:extLst>
                <a:ext uri="{FF2B5EF4-FFF2-40B4-BE49-F238E27FC236}">
                  <a16:creationId xmlns:a16="http://schemas.microsoft.com/office/drawing/2014/main" id="{2C7E108E-58D2-4FB5-AFA0-27A86DA9630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38B22350-AB76-4020-9872-4E63DFBF96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04" y="689389"/>
            <a:ext cx="5465225" cy="2637455"/>
          </a:xfrm>
          <a:prstGeom prst="rect">
            <a:avLst/>
          </a:prstGeom>
        </p:spPr>
        <p:txBody>
          <a:bodyPr rtlCol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r>
              <a:rPr lang="pl-PL" noProof="0"/>
              <a:t>Kliknij, aby dodać tytuł</a:t>
            </a:r>
          </a:p>
        </p:txBody>
      </p:sp>
      <p:sp>
        <p:nvSpPr>
          <p:cNvPr id="86" name="Podtytuł 2">
            <a:extLst>
              <a:ext uri="{FF2B5EF4-FFF2-40B4-BE49-F238E27FC236}">
                <a16:creationId xmlns:a16="http://schemas.microsoft.com/office/drawing/2014/main" id="{89A872D6-4D76-4CD1-9873-C29D72DFD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3602038"/>
            <a:ext cx="5414255" cy="156059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algn="l" rtl="0">
              <a:lnSpc>
                <a:spcPct val="110000"/>
              </a:lnSpc>
            </a:pPr>
            <a:r>
              <a:rPr lang="pl-PL" noProof="0">
                <a:solidFill>
                  <a:schemeClr val="tx2">
                    <a:alpha val="80000"/>
                  </a:schemeClr>
                </a:solidFill>
              </a:rPr>
              <a:t>Kliknij, aby edytować styl wzorca podtytułu</a:t>
            </a:r>
          </a:p>
        </p:txBody>
      </p:sp>
      <p:sp>
        <p:nvSpPr>
          <p:cNvPr id="91" name="Data — symbol zastępczy 3">
            <a:extLst>
              <a:ext uri="{FF2B5EF4-FFF2-40B4-BE49-F238E27FC236}">
                <a16:creationId xmlns:a16="http://schemas.microsoft.com/office/drawing/2014/main" id="{4986AE78-551F-477B-AF47-E26167A61C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rtlCol="0" anchor="ctr"/>
          <a:lstStyle>
            <a:lvl1pPr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20XX-02-02</a:t>
            </a:r>
          </a:p>
        </p:txBody>
      </p:sp>
      <p:sp>
        <p:nvSpPr>
          <p:cNvPr id="47" name="Obraz — symbol zastępczy 4">
            <a:extLst>
              <a:ext uri="{FF2B5EF4-FFF2-40B4-BE49-F238E27FC236}">
                <a16:creationId xmlns:a16="http://schemas.microsoft.com/office/drawing/2014/main" id="{5C9DFB21-140A-4BCA-8D67-8581312FE9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96630" y="443884"/>
            <a:ext cx="5909831" cy="5879389"/>
          </a:xfrm>
          <a:prstGeom prst="ellipse">
            <a:avLst/>
          </a:prstGeom>
        </p:spPr>
        <p:txBody>
          <a:bodyPr rtlCol="0" anchor="ctr"/>
          <a:lstStyle>
            <a:lvl1pPr marL="0" indent="0" algn="ctr">
              <a:buNone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pPr rtl="0"/>
            <a:r>
              <a:rPr lang="pl-PL" noProof="0"/>
              <a:t>Kliknij, aby dodać zdjęcie</a:t>
            </a:r>
          </a:p>
        </p:txBody>
      </p:sp>
      <p:sp>
        <p:nvSpPr>
          <p:cNvPr id="92" name="Stopka — symbol zastępczy 4">
            <a:extLst>
              <a:ext uri="{FF2B5EF4-FFF2-40B4-BE49-F238E27FC236}">
                <a16:creationId xmlns:a16="http://schemas.microsoft.com/office/drawing/2014/main" id="{19C3F2E1-5471-4835-8A24-5F00674F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TYTUŁ PREZENTACJI</a:t>
            </a:r>
          </a:p>
        </p:txBody>
      </p:sp>
      <p:sp>
        <p:nvSpPr>
          <p:cNvPr id="93" name="Numer slajdu — symbol zastępczy 5">
            <a:extLst>
              <a:ext uri="{FF2B5EF4-FFF2-40B4-BE49-F238E27FC236}">
                <a16:creationId xmlns:a16="http://schemas.microsoft.com/office/drawing/2014/main" id="{24B165E2-B012-4272-BBB2-66D70B29A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rtlCol="0" anchor="ctr"/>
          <a:lstStyle>
            <a:lvl1pPr algn="ctr">
              <a:defRPr sz="900" spc="150" baseline="0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11A71338-8BA2-4C79-A6C5-5A8E30081D0C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10060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804" r:id="rId12"/>
    <p:sldLayoutId id="2147483805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+mj-lt"/>
        <a:buAutoNum type="arabicPeriod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+mj-lt"/>
        <a:buAutoNum type="arabicPeriod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+mj-lt"/>
        <a:buAutoNum type="arabicPeriod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+mj-lt"/>
        <a:buAutoNum type="arabicPeriod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+mj-lt"/>
        <a:buAutoNum type="arabicPeriod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ytuł 21">
            <a:extLst>
              <a:ext uri="{FF2B5EF4-FFF2-40B4-BE49-F238E27FC236}">
                <a16:creationId xmlns:a16="http://schemas.microsoft.com/office/drawing/2014/main" id="{E237725B-2565-4774-93C0-E26EF713B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8000"/>
            <a:ext cx="12191998" cy="3825003"/>
          </a:xfrm>
        </p:spPr>
        <p:txBody>
          <a:bodyPr rtlCol="0"/>
          <a:lstStyle/>
          <a:p>
            <a:r>
              <a:rPr lang="pl-PL" sz="4800" dirty="0"/>
              <a:t>Zarządzanie stanem</a:t>
            </a:r>
            <a:br>
              <a:rPr lang="pl-PL" sz="4800" dirty="0"/>
            </a:br>
            <a:r>
              <a:rPr lang="pl-PL" sz="2800" dirty="0" err="1"/>
              <a:t>Zustand</a:t>
            </a:r>
            <a:r>
              <a:rPr lang="pl-PL" sz="2800" dirty="0"/>
              <a:t> vs </a:t>
            </a:r>
            <a:r>
              <a:rPr lang="pl-PL" sz="2800" dirty="0" err="1"/>
              <a:t>Redux</a:t>
            </a:r>
            <a:r>
              <a:rPr lang="pl-PL" sz="2800" dirty="0"/>
              <a:t> Toolkit vs </a:t>
            </a:r>
            <a:r>
              <a:rPr lang="pl-PL" sz="2800" dirty="0" err="1"/>
              <a:t>Jotai</a:t>
            </a:r>
            <a:endParaRPr lang="pl-PL" sz="2800" dirty="0"/>
          </a:p>
        </p:txBody>
      </p:sp>
      <p:pic>
        <p:nvPicPr>
          <p:cNvPr id="6" name="Obraz — symbol zastępczy 5" descr="Wzory matematyczne na tablicy">
            <a:extLst>
              <a:ext uri="{FF2B5EF4-FFF2-40B4-BE49-F238E27FC236}">
                <a16:creationId xmlns:a16="http://schemas.microsoft.com/office/drawing/2014/main" id="{245D2E4A-CD89-4167-BA54-B68EF9CCBC5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t="24277" b="24277"/>
          <a:stretch/>
        </p:blipFill>
        <p:spPr>
          <a:xfrm>
            <a:off x="0" y="0"/>
            <a:ext cx="12191998" cy="3657600"/>
          </a:xfrm>
        </p:spPr>
      </p:pic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A75B6628-6044-400F-993F-3869F8D21A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37095" y="5165558"/>
            <a:ext cx="4154903" cy="1707445"/>
          </a:xfrm>
        </p:spPr>
        <p:txBody>
          <a:bodyPr rtlCol="0"/>
          <a:lstStyle/>
          <a:p>
            <a:pPr algn="ctr" rtl="0"/>
            <a:r>
              <a:rPr lang="pl-PL" dirty="0"/>
              <a:t>Anna Leś</a:t>
            </a:r>
            <a:br>
              <a:rPr lang="pl-PL" dirty="0"/>
            </a:br>
            <a:r>
              <a:rPr lang="pl-PL" dirty="0"/>
              <a:t>25.04.2026r.</a:t>
            </a:r>
            <a:br>
              <a:rPr lang="pl-PL" dirty="0"/>
            </a:br>
            <a:r>
              <a:rPr lang="pl-PL" dirty="0"/>
              <a:t>Technologie </a:t>
            </a:r>
            <a:r>
              <a:rPr lang="pl-PL" dirty="0" err="1"/>
              <a:t>frontendowe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77867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ytuł 6">
            <a:extLst>
              <a:ext uri="{FF2B5EF4-FFF2-40B4-BE49-F238E27FC236}">
                <a16:creationId xmlns:a16="http://schemas.microsoft.com/office/drawing/2014/main" id="{CD84B76E-1817-4FCB-88F9-1F38E5FEA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890" y="0"/>
            <a:ext cx="11664480" cy="7021285"/>
          </a:xfrm>
        </p:spPr>
        <p:txBody>
          <a:bodyPr rtlCol="0"/>
          <a:lstStyle/>
          <a:p>
            <a:pPr>
              <a:lnSpc>
                <a:spcPct val="100000"/>
              </a:lnSpc>
            </a:pPr>
            <a:r>
              <a:rPr lang="pl-PL" sz="4000" dirty="0"/>
              <a:t>Po co istnieje zarządzanie stanem?</a:t>
            </a:r>
          </a:p>
        </p:txBody>
      </p:sp>
      <p:pic>
        <p:nvPicPr>
          <p:cNvPr id="2" name="Obraz — symbol zastępczy 1" descr="Zbliżenie kalkulatora ">
            <a:extLst>
              <a:ext uri="{FF2B5EF4-FFF2-40B4-BE49-F238E27FC236}">
                <a16:creationId xmlns:a16="http://schemas.microsoft.com/office/drawing/2014/main" id="{9DFACFE7-25D7-4C23-8F57-9A4B28D6EE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13604" r="13604"/>
          <a:stretch/>
        </p:blipFill>
        <p:spPr>
          <a:xfrm>
            <a:off x="8823960" y="0"/>
            <a:ext cx="3368040" cy="7021285"/>
          </a:xfrm>
        </p:spPr>
      </p:pic>
      <p:sp>
        <p:nvSpPr>
          <p:cNvPr id="9" name="Podtytuł 8">
            <a:extLst>
              <a:ext uri="{FF2B5EF4-FFF2-40B4-BE49-F238E27FC236}">
                <a16:creationId xmlns:a16="http://schemas.microsoft.com/office/drawing/2014/main" id="{62922A0C-B599-4443-A7B4-8AFF6658A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410" y="1377043"/>
            <a:ext cx="7300304" cy="5480957"/>
          </a:xfrm>
        </p:spPr>
        <p:txBody>
          <a:bodyPr rtlCol="0"/>
          <a:lstStyle/>
          <a:p>
            <a:r>
              <a:rPr lang="pl-PL" dirty="0"/>
              <a:t>Problem: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dirty="0"/>
              <a:t>Komponenty potrzebują danych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dirty="0"/>
              <a:t>Dane się zmieniają (kliknięcia, API, formularze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dirty="0"/>
              <a:t>Chaos bez kontroli</a:t>
            </a:r>
          </a:p>
          <a:p>
            <a:r>
              <a:rPr lang="pl-PL" dirty="0"/>
              <a:t>Co to jest stan (</a:t>
            </a:r>
            <a:r>
              <a:rPr lang="pl-PL" dirty="0" err="1"/>
              <a:t>state</a:t>
            </a:r>
            <a:r>
              <a:rPr lang="pl-PL" dirty="0"/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dirty="0"/>
              <a:t>Dane aplikacji, które mogą się zmieniać</a:t>
            </a:r>
          </a:p>
          <a:p>
            <a:r>
              <a:rPr lang="pl-PL" dirty="0"/>
              <a:t>Po co zarządzanie stanem: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dirty="0"/>
              <a:t>Centralizacja danych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dirty="0"/>
              <a:t>Przewidywalność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dirty="0"/>
              <a:t>Łatwiejsze debugowanie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226930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raz — symbol zastępczy 14" descr="Otwarta książka na biurku">
            <a:extLst>
              <a:ext uri="{FF2B5EF4-FFF2-40B4-BE49-F238E27FC236}">
                <a16:creationId xmlns:a16="http://schemas.microsoft.com/office/drawing/2014/main" id="{501989EC-FF74-4093-A437-07518C7224A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92" y="2849880"/>
            <a:ext cx="12143232" cy="4008120"/>
          </a:xfrm>
        </p:spPr>
      </p:pic>
      <p:sp>
        <p:nvSpPr>
          <p:cNvPr id="9" name="Tytuł 8">
            <a:extLst>
              <a:ext uri="{FF2B5EF4-FFF2-40B4-BE49-F238E27FC236}">
                <a16:creationId xmlns:a16="http://schemas.microsoft.com/office/drawing/2014/main" id="{A45C755F-7034-4B95-9A24-D6DFD5C84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" y="-1"/>
            <a:ext cx="12167616" cy="4284581"/>
          </a:xfr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pl-PL" sz="3200" b="1" dirty="0"/>
              <a:t>Podstawowe podejścia</a:t>
            </a:r>
            <a:br>
              <a:rPr lang="pl-PL" sz="3200" b="1" dirty="0"/>
            </a:br>
            <a:br>
              <a:rPr lang="pl-PL" sz="3200" dirty="0"/>
            </a:br>
            <a:endParaRPr lang="pl-PL" sz="2800" dirty="0"/>
          </a:p>
        </p:txBody>
      </p:sp>
      <p:sp>
        <p:nvSpPr>
          <p:cNvPr id="10" name="Podtytuł 9">
            <a:extLst>
              <a:ext uri="{FF2B5EF4-FFF2-40B4-BE49-F238E27FC236}">
                <a16:creationId xmlns:a16="http://schemas.microsoft.com/office/drawing/2014/main" id="{96F78CB5-6D28-4C54-8506-062D93312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896876"/>
            <a:ext cx="9144000" cy="1195868"/>
          </a:xfrm>
        </p:spPr>
        <p:txBody>
          <a:bodyPr rtlCol="0"/>
          <a:lstStyle/>
          <a:p>
            <a:r>
              <a:rPr lang="pl-PL" sz="2800" b="1" dirty="0">
                <a:latin typeface="+mj-lt"/>
              </a:rPr>
              <a:t>Global </a:t>
            </a:r>
            <a:r>
              <a:rPr lang="pl-PL" sz="2800" b="1" dirty="0" err="1">
                <a:latin typeface="+mj-lt"/>
              </a:rPr>
              <a:t>state</a:t>
            </a:r>
            <a:r>
              <a:rPr lang="pl-PL" sz="2800" b="1" dirty="0">
                <a:latin typeface="+mj-lt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400" dirty="0">
                <a:latin typeface="+mj-lt"/>
              </a:rPr>
              <a:t>Współdzielony między komponentami</a:t>
            </a:r>
          </a:p>
        </p:txBody>
      </p:sp>
      <p:sp>
        <p:nvSpPr>
          <p:cNvPr id="12" name="Data — symbol zastępczy 11">
            <a:extLst>
              <a:ext uri="{FF2B5EF4-FFF2-40B4-BE49-F238E27FC236}">
                <a16:creationId xmlns:a16="http://schemas.microsoft.com/office/drawing/2014/main" id="{235AD095-D800-491F-AA04-477AB8631F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24600"/>
            <a:ext cx="2560220" cy="365125"/>
          </a:xfrm>
        </p:spPr>
        <p:txBody>
          <a:bodyPr rtlCol="0"/>
          <a:lstStyle/>
          <a:p>
            <a:pPr rtl="0"/>
            <a:r>
              <a:rPr lang="pl-PL"/>
              <a:t>20XX-02-02</a:t>
            </a:r>
          </a:p>
        </p:txBody>
      </p:sp>
      <p:sp>
        <p:nvSpPr>
          <p:cNvPr id="75" name="Stopka — symbol zastępczy 74">
            <a:extLst>
              <a:ext uri="{FF2B5EF4-FFF2-40B4-BE49-F238E27FC236}">
                <a16:creationId xmlns:a16="http://schemas.microsoft.com/office/drawing/2014/main" id="{A8951722-FA1A-4F09-A3E3-A7AA2499D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</p:spPr>
        <p:txBody>
          <a:bodyPr rtlCol="0"/>
          <a:lstStyle/>
          <a:p>
            <a:pPr rtl="0"/>
            <a:r>
              <a:rPr lang="pl-PL"/>
              <a:t>TYTUŁ PREZENTACJI</a:t>
            </a:r>
          </a:p>
        </p:txBody>
      </p:sp>
      <p:sp>
        <p:nvSpPr>
          <p:cNvPr id="78" name="Numer slajdu — symbol zastępczy 77">
            <a:extLst>
              <a:ext uri="{FF2B5EF4-FFF2-40B4-BE49-F238E27FC236}">
                <a16:creationId xmlns:a16="http://schemas.microsoft.com/office/drawing/2014/main" id="{DC58DF8B-67EC-49BD-BDED-797061A7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</p:spPr>
        <p:txBody>
          <a:bodyPr rtlCol="0"/>
          <a:lstStyle/>
          <a:p>
            <a:pPr rtl="0"/>
            <a:fld id="{11A71338-8BA2-4C79-A6C5-5A8E30081D0C}" type="slidenum">
              <a:rPr lang="pl-PL" smtClean="0"/>
              <a:pPr rtl="0"/>
              <a:t>3</a:t>
            </a:fld>
            <a:endParaRPr lang="pl-PL"/>
          </a:p>
        </p:txBody>
      </p:sp>
      <p:sp>
        <p:nvSpPr>
          <p:cNvPr id="2" name="Podtytuł 9">
            <a:extLst>
              <a:ext uri="{FF2B5EF4-FFF2-40B4-BE49-F238E27FC236}">
                <a16:creationId xmlns:a16="http://schemas.microsoft.com/office/drawing/2014/main" id="{0FBACB32-FAAB-058A-30D0-A3BAC9744CC4}"/>
              </a:ext>
            </a:extLst>
          </p:cNvPr>
          <p:cNvSpPr txBox="1">
            <a:spLocks/>
          </p:cNvSpPr>
          <p:nvPr/>
        </p:nvSpPr>
        <p:spPr>
          <a:xfrm>
            <a:off x="457200" y="1322593"/>
            <a:ext cx="10988040" cy="1656347"/>
          </a:xfrm>
          <a:prstGeom prst="rect">
            <a:avLst/>
          </a:prstGeom>
        </p:spPr>
        <p:txBody>
          <a:bodyPr rtlCol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+mj-lt"/>
              <a:buNone/>
              <a:defRPr sz="3200" kern="120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800" b="1" dirty="0" err="1">
                <a:latin typeface="+mj-lt"/>
              </a:rPr>
              <a:t>Local</a:t>
            </a:r>
            <a:r>
              <a:rPr lang="pl-PL" sz="2800" b="1" dirty="0">
                <a:latin typeface="+mj-lt"/>
              </a:rPr>
              <a:t> </a:t>
            </a:r>
            <a:r>
              <a:rPr lang="pl-PL" sz="2800" b="1" dirty="0" err="1">
                <a:latin typeface="+mj-lt"/>
              </a:rPr>
              <a:t>state</a:t>
            </a:r>
            <a:r>
              <a:rPr lang="pl-PL" sz="2800" b="1" dirty="0">
                <a:latin typeface="+mj-lt"/>
              </a:rPr>
              <a:t> (</a:t>
            </a:r>
            <a:r>
              <a:rPr lang="pl-PL" sz="2800" b="1" dirty="0" err="1">
                <a:latin typeface="+mj-lt"/>
              </a:rPr>
              <a:t>useState</a:t>
            </a:r>
            <a:r>
              <a:rPr lang="pl-PL" sz="2800" b="1" dirty="0">
                <a:latin typeface="+mj-lt"/>
              </a:rPr>
              <a:t>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400" b="1" dirty="0">
                <a:latin typeface="+mj-lt"/>
              </a:rPr>
              <a:t>Zalety: </a:t>
            </a:r>
            <a:r>
              <a:rPr lang="pl-PL" sz="2400" dirty="0">
                <a:latin typeface="+mj-lt"/>
              </a:rPr>
              <a:t>Prosty w implementacji, hermetyczny (działa lokalnie).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l-PL" sz="2400" b="1" dirty="0">
                <a:latin typeface="+mj-lt"/>
              </a:rPr>
              <a:t>Wady: </a:t>
            </a:r>
            <a:r>
              <a:rPr lang="pl-PL" sz="2400" dirty="0">
                <a:latin typeface="+mj-lt"/>
              </a:rPr>
              <a:t>Niedostępny dla innych komponentów w drzewie</a:t>
            </a:r>
            <a:endParaRPr lang="pl-PL" sz="2400" b="1" dirty="0">
              <a:latin typeface="+mj-lt"/>
            </a:endParaRPr>
          </a:p>
        </p:txBody>
      </p:sp>
      <p:sp>
        <p:nvSpPr>
          <p:cNvPr id="3" name="Podtytuł 9">
            <a:extLst>
              <a:ext uri="{FF2B5EF4-FFF2-40B4-BE49-F238E27FC236}">
                <a16:creationId xmlns:a16="http://schemas.microsoft.com/office/drawing/2014/main" id="{ECAF0153-5BBC-4D94-DEE5-957171519558}"/>
              </a:ext>
            </a:extLst>
          </p:cNvPr>
          <p:cNvSpPr txBox="1">
            <a:spLocks/>
          </p:cNvSpPr>
          <p:nvPr/>
        </p:nvSpPr>
        <p:spPr>
          <a:xfrm>
            <a:off x="457200" y="3950827"/>
            <a:ext cx="9144000" cy="1877994"/>
          </a:xfrm>
          <a:prstGeom prst="rect">
            <a:avLst/>
          </a:prstGeom>
        </p:spPr>
        <p:txBody>
          <a:bodyPr rtlCol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+mj-lt"/>
              <a:buNone/>
              <a:defRPr sz="3200" kern="120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800" b="1" dirty="0">
                <a:solidFill>
                  <a:srgbClr val="FF0000"/>
                </a:solidFill>
                <a:latin typeface="+mj-lt"/>
              </a:rPr>
              <a:t>Problem (</a:t>
            </a:r>
            <a:r>
              <a:rPr lang="pl-PL" sz="2800" b="1" dirty="0" err="1">
                <a:solidFill>
                  <a:srgbClr val="FF0000"/>
                </a:solidFill>
                <a:latin typeface="+mj-lt"/>
              </a:rPr>
              <a:t>Prop</a:t>
            </a:r>
            <a:r>
              <a:rPr lang="pl-PL" sz="28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pl-PL" sz="2800" b="1" dirty="0" err="1">
                <a:solidFill>
                  <a:srgbClr val="FF0000"/>
                </a:solidFill>
                <a:latin typeface="+mj-lt"/>
              </a:rPr>
              <a:t>Drilling</a:t>
            </a:r>
            <a:r>
              <a:rPr lang="pl-PL" sz="2800" b="1" dirty="0">
                <a:solidFill>
                  <a:srgbClr val="FF0000"/>
                </a:solidFill>
                <a:latin typeface="+mj-lt"/>
              </a:rPr>
              <a:t>):</a:t>
            </a:r>
          </a:p>
          <a:p>
            <a:r>
              <a:rPr lang="pl-PL" sz="2400" dirty="0">
                <a:solidFill>
                  <a:srgbClr val="FF0000"/>
                </a:solidFill>
                <a:latin typeface="+mj-lt"/>
              </a:rPr>
              <a:t>Zjawisko</a:t>
            </a:r>
            <a:r>
              <a:rPr lang="pl-PL" sz="2400" dirty="0">
                <a:solidFill>
                  <a:srgbClr val="FF0000"/>
                </a:solidFill>
                <a:effectLst/>
              </a:rPr>
              <a:t>, w którym przekazujemy dane (</a:t>
            </a:r>
            <a:r>
              <a:rPr lang="pl-PL" sz="2400" dirty="0" err="1">
                <a:solidFill>
                  <a:srgbClr val="FF0000"/>
                </a:solidFill>
                <a:effectLst/>
              </a:rPr>
              <a:t>props</a:t>
            </a:r>
            <a:r>
              <a:rPr lang="pl-PL" sz="2400" dirty="0">
                <a:solidFill>
                  <a:srgbClr val="FF0000"/>
                </a:solidFill>
                <a:effectLst/>
              </a:rPr>
              <a:t>) z komponentu najwyższego poziomu do komponentu znajdującego się głęboko w drzewie komponentów, tylko po to, by przekazać je przez komponenty pośrednie (tzw. "przekazywanie danych przez 10 komponentów... dramat")</a:t>
            </a:r>
            <a:endParaRPr lang="pl-PL" sz="24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9312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04C61C91-1897-4EA4-9D14-970E38F45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7856"/>
            <a:ext cx="10744186" cy="1589223"/>
          </a:xfrm>
        </p:spPr>
        <p:txBody>
          <a:bodyPr rtlCol="0">
            <a:normAutofit/>
          </a:bodyPr>
          <a:lstStyle/>
          <a:p>
            <a:pPr algn="ctr"/>
            <a:r>
              <a:rPr lang="pl-PL" sz="5400" dirty="0" err="1"/>
              <a:t>Zustand</a:t>
            </a:r>
            <a:r>
              <a:rPr lang="pl-PL" sz="5400" dirty="0"/>
              <a:t> vs </a:t>
            </a:r>
            <a:r>
              <a:rPr lang="pl-PL" sz="5400" dirty="0" err="1"/>
              <a:t>Redux</a:t>
            </a:r>
            <a:r>
              <a:rPr lang="pl-PL" sz="5400" dirty="0"/>
              <a:t> vs </a:t>
            </a:r>
            <a:r>
              <a:rPr lang="pl-PL" sz="5400" dirty="0" err="1"/>
              <a:t>Jotai</a:t>
            </a:r>
            <a:endParaRPr lang="pl-PL" sz="5400" dirty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134E9AF2-86BD-4674-8439-B6BB3843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</p:spPr>
        <p:txBody>
          <a:bodyPr rtlCol="0"/>
          <a:lstStyle/>
          <a:p>
            <a:pPr rtl="0"/>
            <a:fld id="{11A71338-8BA2-4C79-A6C5-5A8E30081D0C}" type="slidenum">
              <a:rPr lang="pl-PL" smtClean="0"/>
              <a:pPr rtl="0"/>
              <a:t>4</a:t>
            </a:fld>
            <a:endParaRPr lang="pl-PL" dirty="0"/>
          </a:p>
        </p:txBody>
      </p:sp>
      <p:graphicFrame>
        <p:nvGraphicFramePr>
          <p:cNvPr id="30" name="Zawartość — symbol zastępczy 3" descr="Kolumna — symbol zastępczy ">
            <a:extLst>
              <a:ext uri="{FF2B5EF4-FFF2-40B4-BE49-F238E27FC236}">
                <a16:creationId xmlns:a16="http://schemas.microsoft.com/office/drawing/2014/main" id="{DAD2CA0F-DE53-443F-B5FE-0BD64D77B1B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80536793"/>
              </p:ext>
            </p:extLst>
          </p:nvPr>
        </p:nvGraphicFramePr>
        <p:xfrm>
          <a:off x="515938" y="242888"/>
          <a:ext cx="11156950" cy="3776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00504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ytuł 32">
            <a:extLst>
              <a:ext uri="{FF2B5EF4-FFF2-40B4-BE49-F238E27FC236}">
                <a16:creationId xmlns:a16="http://schemas.microsoft.com/office/drawing/2014/main" id="{D6FD4CE8-5432-466F-8916-85FE2D58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14" y="456532"/>
            <a:ext cx="10656372" cy="1126426"/>
          </a:xfrm>
        </p:spPr>
        <p:txBody>
          <a:bodyPr rtlCol="0"/>
          <a:lstStyle/>
          <a:p>
            <a:pPr rtl="0"/>
            <a:r>
              <a:rPr lang="pl-PL" dirty="0"/>
              <a:t>Porównanie</a:t>
            </a:r>
          </a:p>
        </p:txBody>
      </p:sp>
      <p:sp>
        <p:nvSpPr>
          <p:cNvPr id="48" name="Numer slajdu — symbol zastępczy 47">
            <a:extLst>
              <a:ext uri="{FF2B5EF4-FFF2-40B4-BE49-F238E27FC236}">
                <a16:creationId xmlns:a16="http://schemas.microsoft.com/office/drawing/2014/main" id="{2796BD3D-4CF7-49A0-945B-3A0853CAB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</p:spPr>
        <p:txBody>
          <a:bodyPr rtlCol="0"/>
          <a:lstStyle/>
          <a:p>
            <a:pPr rtl="0"/>
            <a:fld id="{11A71338-8BA2-4C79-A6C5-5A8E30081D0C}" type="slidenum">
              <a:rPr lang="pl-PL" smtClean="0"/>
              <a:pPr rtl="0"/>
              <a:t>5</a:t>
            </a:fld>
            <a:endParaRPr lang="pl-PL"/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61A509D0-D9D7-1E04-F8E3-9EDF712B8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889861"/>
              </p:ext>
            </p:extLst>
          </p:nvPr>
        </p:nvGraphicFramePr>
        <p:xfrm>
          <a:off x="767814" y="1582958"/>
          <a:ext cx="10250708" cy="35986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562677">
                  <a:extLst>
                    <a:ext uri="{9D8B030D-6E8A-4147-A177-3AD203B41FA5}">
                      <a16:colId xmlns:a16="http://schemas.microsoft.com/office/drawing/2014/main" val="2766976110"/>
                    </a:ext>
                  </a:extLst>
                </a:gridCol>
                <a:gridCol w="2562677">
                  <a:extLst>
                    <a:ext uri="{9D8B030D-6E8A-4147-A177-3AD203B41FA5}">
                      <a16:colId xmlns:a16="http://schemas.microsoft.com/office/drawing/2014/main" val="1970144106"/>
                    </a:ext>
                  </a:extLst>
                </a:gridCol>
                <a:gridCol w="2562677">
                  <a:extLst>
                    <a:ext uri="{9D8B030D-6E8A-4147-A177-3AD203B41FA5}">
                      <a16:colId xmlns:a16="http://schemas.microsoft.com/office/drawing/2014/main" val="3466813863"/>
                    </a:ext>
                  </a:extLst>
                </a:gridCol>
                <a:gridCol w="2562677">
                  <a:extLst>
                    <a:ext uri="{9D8B030D-6E8A-4147-A177-3AD203B41FA5}">
                      <a16:colId xmlns:a16="http://schemas.microsoft.com/office/drawing/2014/main" val="1053240352"/>
                    </a:ext>
                  </a:extLst>
                </a:gridCol>
              </a:tblGrid>
              <a:tr h="719728">
                <a:tc>
                  <a:txBody>
                    <a:bodyPr/>
                    <a:lstStyle/>
                    <a:p>
                      <a:pPr algn="ctr"/>
                      <a:r>
                        <a:rPr lang="pl-PL" sz="2800" dirty="0"/>
                        <a:t>Cecha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800" dirty="0" err="1"/>
                        <a:t>Zustand</a:t>
                      </a:r>
                      <a:endParaRPr lang="pl-PL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800" dirty="0" err="1"/>
                        <a:t>Redux</a:t>
                      </a:r>
                      <a:r>
                        <a:rPr lang="pl-PL" sz="2800" dirty="0"/>
                        <a:t> Toolkit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800" dirty="0" err="1"/>
                        <a:t>Jotai</a:t>
                      </a:r>
                      <a:endParaRPr lang="pl-PL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6629753"/>
                  </a:ext>
                </a:extLst>
              </a:tr>
              <a:tr h="719728">
                <a:tc>
                  <a:txBody>
                    <a:bodyPr/>
                    <a:lstStyle/>
                    <a:p>
                      <a:pPr algn="ctr"/>
                      <a:r>
                        <a:rPr lang="pl-PL" sz="2400" dirty="0"/>
                        <a:t>Trudność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łatwy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średni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łatwy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2574565"/>
                  </a:ext>
                </a:extLst>
              </a:tr>
              <a:tr h="719728">
                <a:tc>
                  <a:txBody>
                    <a:bodyPr/>
                    <a:lstStyle/>
                    <a:p>
                      <a:pPr algn="ctr"/>
                      <a:r>
                        <a:rPr lang="pl-PL" sz="2400" dirty="0" err="1"/>
                        <a:t>Boilerplate</a:t>
                      </a:r>
                      <a:endParaRPr lang="pl-PL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mały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duży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mały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4727951"/>
                  </a:ext>
                </a:extLst>
              </a:tr>
              <a:tr h="719728">
                <a:tc>
                  <a:txBody>
                    <a:bodyPr/>
                    <a:lstStyle/>
                    <a:p>
                      <a:pPr algn="ctr"/>
                      <a:r>
                        <a:rPr lang="pl-PL" sz="2400" dirty="0"/>
                        <a:t>Skalowalność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średnia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duża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średnia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390219"/>
                  </a:ext>
                </a:extLst>
              </a:tr>
              <a:tr h="719728">
                <a:tc>
                  <a:txBody>
                    <a:bodyPr/>
                    <a:lstStyle/>
                    <a:p>
                      <a:pPr algn="ctr"/>
                      <a:r>
                        <a:rPr lang="pl-PL" sz="2400" dirty="0"/>
                        <a:t>Popularność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rośnie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bardzo duża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rośnie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6916546"/>
                  </a:ext>
                </a:extLst>
              </a:tr>
            </a:tbl>
          </a:graphicData>
        </a:graphic>
      </p:graphicFrame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B81A8C7-AC68-2F1C-1025-A1D41AB00573}"/>
              </a:ext>
            </a:extLst>
          </p:cNvPr>
          <p:cNvSpPr txBox="1"/>
          <p:nvPr/>
        </p:nvSpPr>
        <p:spPr>
          <a:xfrm>
            <a:off x="1275448" y="5306833"/>
            <a:ext cx="54301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>
                <a:solidFill>
                  <a:schemeClr val="bg1">
                    <a:lumMod val="95000"/>
                  </a:schemeClr>
                </a:solidFill>
              </a:rPr>
              <a:t>Wniosek: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chemeClr val="bg1">
                    <a:lumMod val="95000"/>
                  </a:schemeClr>
                </a:solidFill>
              </a:rPr>
              <a:t>Mały projekt -&gt; </a:t>
            </a:r>
            <a:r>
              <a:rPr lang="pl-PL" sz="2800" dirty="0" err="1">
                <a:solidFill>
                  <a:schemeClr val="bg1">
                    <a:lumMod val="95000"/>
                  </a:schemeClr>
                </a:solidFill>
              </a:rPr>
              <a:t>Zustand</a:t>
            </a:r>
            <a:endParaRPr lang="pl-PL" sz="2800" dirty="0">
              <a:solidFill>
                <a:schemeClr val="bg1">
                  <a:lumMod val="9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800" dirty="0">
                <a:solidFill>
                  <a:schemeClr val="bg1">
                    <a:lumMod val="95000"/>
                  </a:schemeClr>
                </a:solidFill>
              </a:rPr>
              <a:t>Duży projekt -&gt; </a:t>
            </a:r>
            <a:r>
              <a:rPr lang="pl-PL" sz="2800" dirty="0" err="1">
                <a:solidFill>
                  <a:schemeClr val="bg1">
                    <a:lumMod val="95000"/>
                  </a:schemeClr>
                </a:solidFill>
              </a:rPr>
              <a:t>Redux</a:t>
            </a:r>
            <a:r>
              <a:rPr lang="pl-PL" sz="28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pl-PL" sz="2800" dirty="0" err="1">
                <a:solidFill>
                  <a:schemeClr val="bg1">
                    <a:lumMod val="95000"/>
                  </a:schemeClr>
                </a:solidFill>
              </a:rPr>
              <a:t>Tolkid</a:t>
            </a:r>
            <a:endParaRPr lang="pl-PL" sz="2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101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71C3E-F0E2-F75B-ECCD-08403D0D2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raz — symbol zastępczy 14" descr="Otwarta książka na biurku">
            <a:extLst>
              <a:ext uri="{FF2B5EF4-FFF2-40B4-BE49-F238E27FC236}">
                <a16:creationId xmlns:a16="http://schemas.microsoft.com/office/drawing/2014/main" id="{8C382B5F-49B7-E589-4484-BD6BDD40F4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92" y="2849880"/>
            <a:ext cx="12143232" cy="4008120"/>
          </a:xfrm>
          <a:blipFill>
            <a:blip r:embed="rId4"/>
            <a:tile tx="0" ty="0" sx="100000" sy="100000" flip="none" algn="tl"/>
          </a:blipFill>
        </p:spPr>
      </p:pic>
      <p:sp>
        <p:nvSpPr>
          <p:cNvPr id="9" name="Tytuł 8">
            <a:extLst>
              <a:ext uri="{FF2B5EF4-FFF2-40B4-BE49-F238E27FC236}">
                <a16:creationId xmlns:a16="http://schemas.microsoft.com/office/drawing/2014/main" id="{FFF4EE22-A44A-76C3-152E-D38379F45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" y="-1"/>
            <a:ext cx="12167616" cy="4284581"/>
          </a:xfr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pl-PL" sz="4800" b="1" dirty="0"/>
              <a:t>Instalacja i konfiguracja</a:t>
            </a:r>
            <a:br>
              <a:rPr lang="pl-PL" sz="3200" b="1" dirty="0"/>
            </a:br>
            <a:br>
              <a:rPr lang="pl-PL" sz="3200" dirty="0"/>
            </a:br>
            <a:endParaRPr lang="pl-PL" sz="2800" dirty="0"/>
          </a:p>
        </p:txBody>
      </p:sp>
      <p:sp>
        <p:nvSpPr>
          <p:cNvPr id="10" name="Podtytuł 9">
            <a:extLst>
              <a:ext uri="{FF2B5EF4-FFF2-40B4-BE49-F238E27FC236}">
                <a16:creationId xmlns:a16="http://schemas.microsoft.com/office/drawing/2014/main" id="{F33CF5B5-9953-B081-86FA-89F5CCCC4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2896876"/>
            <a:ext cx="9144000" cy="1195868"/>
          </a:xfrm>
        </p:spPr>
        <p:txBody>
          <a:bodyPr rtlCol="0"/>
          <a:lstStyle/>
          <a:p>
            <a:r>
              <a:rPr lang="pl-PL" sz="2800" b="1" dirty="0" err="1">
                <a:latin typeface="+mj-lt"/>
              </a:rPr>
              <a:t>Redux</a:t>
            </a:r>
            <a:r>
              <a:rPr lang="pl-PL" sz="2800" b="1" dirty="0">
                <a:latin typeface="+mj-lt"/>
              </a:rPr>
              <a:t> </a:t>
            </a:r>
            <a:r>
              <a:rPr lang="pl-PL" sz="2800" b="1" dirty="0" err="1">
                <a:latin typeface="+mj-lt"/>
              </a:rPr>
              <a:t>Toolkid</a:t>
            </a:r>
            <a:r>
              <a:rPr lang="pl-PL" sz="2800" b="1" dirty="0">
                <a:latin typeface="+mj-lt"/>
              </a:rPr>
              <a:t>:</a:t>
            </a:r>
          </a:p>
        </p:txBody>
      </p:sp>
      <p:sp>
        <p:nvSpPr>
          <p:cNvPr id="75" name="Stopka — symbol zastępczy 74">
            <a:extLst>
              <a:ext uri="{FF2B5EF4-FFF2-40B4-BE49-F238E27FC236}">
                <a16:creationId xmlns:a16="http://schemas.microsoft.com/office/drawing/2014/main" id="{243565F7-16B8-6760-1D1D-F8C13654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</p:spPr>
        <p:txBody>
          <a:bodyPr rtlCol="0"/>
          <a:lstStyle/>
          <a:p>
            <a:pPr rtl="0"/>
            <a:r>
              <a:rPr lang="pl-PL"/>
              <a:t>TYTUŁ PREZENTACJI</a:t>
            </a:r>
          </a:p>
        </p:txBody>
      </p:sp>
      <p:sp>
        <p:nvSpPr>
          <p:cNvPr id="2" name="Podtytuł 9">
            <a:extLst>
              <a:ext uri="{FF2B5EF4-FFF2-40B4-BE49-F238E27FC236}">
                <a16:creationId xmlns:a16="http://schemas.microsoft.com/office/drawing/2014/main" id="{09D7DC6D-BD9E-C4DA-A75C-2D311736585F}"/>
              </a:ext>
            </a:extLst>
          </p:cNvPr>
          <p:cNvSpPr txBox="1">
            <a:spLocks/>
          </p:cNvSpPr>
          <p:nvPr/>
        </p:nvSpPr>
        <p:spPr>
          <a:xfrm>
            <a:off x="457200" y="1322593"/>
            <a:ext cx="10988040" cy="1656347"/>
          </a:xfrm>
          <a:prstGeom prst="rect">
            <a:avLst/>
          </a:prstGeom>
        </p:spPr>
        <p:txBody>
          <a:bodyPr rtlCol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+mj-lt"/>
              <a:buNone/>
              <a:defRPr sz="3200" kern="120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800" b="1" dirty="0" err="1">
                <a:latin typeface="+mj-lt"/>
              </a:rPr>
              <a:t>Zustand</a:t>
            </a:r>
            <a:r>
              <a:rPr lang="pl-PL" sz="2800" b="1" dirty="0">
                <a:latin typeface="+mj-lt"/>
              </a:rPr>
              <a:t>:</a:t>
            </a:r>
          </a:p>
        </p:txBody>
      </p:sp>
      <p:sp>
        <p:nvSpPr>
          <p:cNvPr id="3" name="Podtytuł 9">
            <a:extLst>
              <a:ext uri="{FF2B5EF4-FFF2-40B4-BE49-F238E27FC236}">
                <a16:creationId xmlns:a16="http://schemas.microsoft.com/office/drawing/2014/main" id="{F6F1B344-D5BD-1120-99C1-5AD1990AA899}"/>
              </a:ext>
            </a:extLst>
          </p:cNvPr>
          <p:cNvSpPr txBox="1">
            <a:spLocks/>
          </p:cNvSpPr>
          <p:nvPr/>
        </p:nvSpPr>
        <p:spPr>
          <a:xfrm>
            <a:off x="457200" y="4367653"/>
            <a:ext cx="9144000" cy="2541413"/>
          </a:xfrm>
          <a:prstGeom prst="rect">
            <a:avLst/>
          </a:prstGeom>
        </p:spPr>
        <p:txBody>
          <a:bodyPr rtlCol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+mj-lt"/>
              <a:buNone/>
              <a:defRPr sz="3200" kern="120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+mj-lt"/>
              <a:buAutoNum type="arabicPeriod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800" b="1" dirty="0" err="1">
                <a:solidFill>
                  <a:schemeClr val="bg1">
                    <a:lumMod val="95000"/>
                  </a:schemeClr>
                </a:solidFill>
                <a:latin typeface="+mj-lt"/>
              </a:rPr>
              <a:t>Jotai</a:t>
            </a:r>
            <a:r>
              <a:rPr lang="pl-PL" sz="2800" b="1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: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A013CC1B-FDD7-D367-C3CA-90C89C3C8A6D}"/>
              </a:ext>
            </a:extLst>
          </p:cNvPr>
          <p:cNvSpPr/>
          <p:nvPr/>
        </p:nvSpPr>
        <p:spPr>
          <a:xfrm>
            <a:off x="975360" y="1894043"/>
            <a:ext cx="9006840" cy="83801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dirty="0"/>
              <a:t>&lt;/&gt; </a:t>
            </a:r>
            <a:r>
              <a:rPr lang="pl-PL" dirty="0" err="1"/>
              <a:t>Bash</a:t>
            </a:r>
            <a:endParaRPr lang="pl-PL" dirty="0"/>
          </a:p>
          <a:p>
            <a:r>
              <a:rPr lang="pl-PL" dirty="0" err="1"/>
              <a:t>npm</a:t>
            </a:r>
            <a:r>
              <a:rPr lang="pl-PL" dirty="0"/>
              <a:t> </a:t>
            </a:r>
            <a:r>
              <a:rPr lang="pl-PL" dirty="0" err="1"/>
              <a:t>install</a:t>
            </a:r>
            <a:r>
              <a:rPr lang="pl-PL" dirty="0"/>
              <a:t> </a:t>
            </a:r>
            <a:r>
              <a:rPr lang="pl-PL" dirty="0" err="1"/>
              <a:t>zustand</a:t>
            </a:r>
            <a:endParaRPr lang="pl-PL" dirty="0"/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B1D64EC9-8C88-40EC-E3EE-2B5F923F2F5F}"/>
              </a:ext>
            </a:extLst>
          </p:cNvPr>
          <p:cNvSpPr/>
          <p:nvPr/>
        </p:nvSpPr>
        <p:spPr>
          <a:xfrm>
            <a:off x="975360" y="3524760"/>
            <a:ext cx="9006840" cy="8068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dirty="0"/>
              <a:t>&lt;/&gt; </a:t>
            </a:r>
            <a:r>
              <a:rPr lang="pl-PL" dirty="0" err="1"/>
              <a:t>Bash</a:t>
            </a:r>
            <a:endParaRPr lang="pl-PL" dirty="0"/>
          </a:p>
          <a:p>
            <a:r>
              <a:rPr lang="pl-PL" dirty="0" err="1"/>
              <a:t>npm</a:t>
            </a:r>
            <a:r>
              <a:rPr lang="pl-PL" dirty="0"/>
              <a:t> </a:t>
            </a:r>
            <a:r>
              <a:rPr lang="pl-PL" dirty="0" err="1"/>
              <a:t>install</a:t>
            </a:r>
            <a:r>
              <a:rPr lang="pl-PL" dirty="0"/>
              <a:t> @reduxjs/toolkit </a:t>
            </a:r>
            <a:r>
              <a:rPr lang="pl-PL" dirty="0" err="1"/>
              <a:t>react-redux</a:t>
            </a:r>
            <a:endParaRPr lang="pl-PL" dirty="0"/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02347CDF-324A-E81A-8ED0-509460C1FB17}"/>
              </a:ext>
            </a:extLst>
          </p:cNvPr>
          <p:cNvSpPr/>
          <p:nvPr/>
        </p:nvSpPr>
        <p:spPr>
          <a:xfrm>
            <a:off x="975360" y="4931126"/>
            <a:ext cx="9006840" cy="88074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l-PL" dirty="0"/>
              <a:t>&lt;/&gt; </a:t>
            </a:r>
            <a:r>
              <a:rPr lang="pl-PL" dirty="0" err="1"/>
              <a:t>Bash</a:t>
            </a:r>
            <a:endParaRPr lang="pl-PL" dirty="0"/>
          </a:p>
          <a:p>
            <a:r>
              <a:rPr lang="pl-PL" dirty="0" err="1"/>
              <a:t>npm</a:t>
            </a:r>
            <a:r>
              <a:rPr lang="pl-PL" dirty="0"/>
              <a:t> </a:t>
            </a:r>
            <a:r>
              <a:rPr lang="pl-PL" dirty="0" err="1"/>
              <a:t>install</a:t>
            </a:r>
            <a:r>
              <a:rPr lang="pl-PL" dirty="0"/>
              <a:t> </a:t>
            </a:r>
            <a:r>
              <a:rPr lang="pl-PL" dirty="0" err="1"/>
              <a:t>jotai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763788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08052-39F6-AC21-3166-1CD24A844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raz — symbol zastępczy 14" descr="Otwarta książka na biurku">
            <a:extLst>
              <a:ext uri="{FF2B5EF4-FFF2-40B4-BE49-F238E27FC236}">
                <a16:creationId xmlns:a16="http://schemas.microsoft.com/office/drawing/2014/main" id="{481BBC2E-2CC8-64AD-740D-7FCB4070B82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92" y="2849880"/>
            <a:ext cx="12143232" cy="4008120"/>
          </a:xfrm>
          <a:blipFill>
            <a:blip r:embed="rId4"/>
            <a:tile tx="0" ty="0" sx="100000" sy="100000" flip="none" algn="tl"/>
          </a:blipFill>
        </p:spPr>
      </p:pic>
      <p:sp>
        <p:nvSpPr>
          <p:cNvPr id="9" name="Tytuł 8">
            <a:extLst>
              <a:ext uri="{FF2B5EF4-FFF2-40B4-BE49-F238E27FC236}">
                <a16:creationId xmlns:a16="http://schemas.microsoft.com/office/drawing/2014/main" id="{4D273CEC-24F3-E334-A75A-A6C4EACD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" y="-1"/>
            <a:ext cx="12167616" cy="4284581"/>
          </a:xfr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pl-PL" sz="4800" b="1" dirty="0" err="1"/>
              <a:t>Zustand</a:t>
            </a:r>
            <a:endParaRPr lang="pl-PL" sz="2800" dirty="0"/>
          </a:p>
        </p:txBody>
      </p:sp>
      <p:sp>
        <p:nvSpPr>
          <p:cNvPr id="75" name="Stopka — symbol zastępczy 74">
            <a:extLst>
              <a:ext uri="{FF2B5EF4-FFF2-40B4-BE49-F238E27FC236}">
                <a16:creationId xmlns:a16="http://schemas.microsoft.com/office/drawing/2014/main" id="{042EB41D-4CDC-D849-AEF0-809E4B03D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</p:spPr>
        <p:txBody>
          <a:bodyPr rtlCol="0"/>
          <a:lstStyle/>
          <a:p>
            <a:pPr rtl="0"/>
            <a:r>
              <a:rPr lang="pl-PL"/>
              <a:t>TYTUŁ PREZENTACJI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79B5317-F811-52D6-BBFA-F3AA0A29A656}"/>
              </a:ext>
            </a:extLst>
          </p:cNvPr>
          <p:cNvSpPr txBox="1"/>
          <p:nvPr/>
        </p:nvSpPr>
        <p:spPr>
          <a:xfrm>
            <a:off x="171929" y="223896"/>
            <a:ext cx="34170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b="1" dirty="0"/>
              <a:t>store.js</a:t>
            </a:r>
          </a:p>
          <a:p>
            <a:r>
              <a:rPr lang="pl-PL" sz="1200" b="1" dirty="0"/>
              <a:t>import { </a:t>
            </a:r>
            <a:r>
              <a:rPr lang="pl-PL" sz="1200" b="1" dirty="0" err="1"/>
              <a:t>create</a:t>
            </a:r>
            <a:r>
              <a:rPr lang="pl-PL" sz="1200" b="1" dirty="0"/>
              <a:t> } from '</a:t>
            </a:r>
            <a:r>
              <a:rPr lang="pl-PL" sz="1200" b="1" dirty="0" err="1"/>
              <a:t>zustand</a:t>
            </a:r>
            <a:r>
              <a:rPr lang="pl-PL" sz="1200" b="1" dirty="0"/>
              <a:t>'</a:t>
            </a:r>
          </a:p>
          <a:p>
            <a:endParaRPr lang="pl-PL" sz="1200" b="1" dirty="0"/>
          </a:p>
          <a:p>
            <a:r>
              <a:rPr lang="pl-PL" sz="1200" b="1" dirty="0"/>
              <a:t>// To jest nasz globalny "magazyn" danych</a:t>
            </a:r>
          </a:p>
          <a:p>
            <a:r>
              <a:rPr lang="pl-PL" sz="1200" b="1" dirty="0"/>
              <a:t>export </a:t>
            </a:r>
            <a:r>
              <a:rPr lang="pl-PL" sz="1200" b="1" dirty="0" err="1"/>
              <a:t>const</a:t>
            </a:r>
            <a:r>
              <a:rPr lang="pl-PL" sz="1200" b="1" dirty="0"/>
              <a:t> </a:t>
            </a:r>
            <a:r>
              <a:rPr lang="pl-PL" sz="1200" b="1" dirty="0" err="1"/>
              <a:t>useStore</a:t>
            </a:r>
            <a:r>
              <a:rPr lang="pl-PL" sz="1200" b="1" dirty="0"/>
              <a:t> = </a:t>
            </a:r>
            <a:r>
              <a:rPr lang="pl-PL" sz="1200" b="1" dirty="0" err="1"/>
              <a:t>create</a:t>
            </a:r>
            <a:r>
              <a:rPr lang="pl-PL" sz="1200" b="1" dirty="0"/>
              <a:t>((set) =&gt; ({</a:t>
            </a:r>
          </a:p>
          <a:p>
            <a:r>
              <a:rPr lang="pl-PL" sz="1200" b="1" dirty="0"/>
              <a:t>  </a:t>
            </a:r>
            <a:r>
              <a:rPr lang="pl-PL" sz="1200" b="1" dirty="0" err="1"/>
              <a:t>bears</a:t>
            </a:r>
            <a:r>
              <a:rPr lang="pl-PL" sz="1200" b="1" dirty="0"/>
              <a:t>: 0,</a:t>
            </a:r>
          </a:p>
          <a:p>
            <a:r>
              <a:rPr lang="pl-PL" sz="1200" b="1" dirty="0"/>
              <a:t>  // Akcja: dodawanie</a:t>
            </a:r>
          </a:p>
          <a:p>
            <a:r>
              <a:rPr lang="pl-PL" sz="1200" b="1" dirty="0"/>
              <a:t>  </a:t>
            </a:r>
            <a:r>
              <a:rPr lang="pl-PL" sz="1200" b="1" dirty="0" err="1"/>
              <a:t>increasePopulation</a:t>
            </a:r>
            <a:r>
              <a:rPr lang="pl-PL" sz="1200" b="1" dirty="0"/>
              <a:t>: () =&gt; set((</a:t>
            </a:r>
            <a:r>
              <a:rPr lang="pl-PL" sz="1200" b="1" dirty="0" err="1"/>
              <a:t>state</a:t>
            </a:r>
            <a:r>
              <a:rPr lang="pl-PL" sz="1200" b="1" dirty="0"/>
              <a:t>) =&gt; ({ </a:t>
            </a:r>
            <a:r>
              <a:rPr lang="pl-PL" sz="1200" b="1" dirty="0" err="1"/>
              <a:t>bears</a:t>
            </a:r>
            <a:r>
              <a:rPr lang="pl-PL" sz="1200" b="1" dirty="0"/>
              <a:t>: </a:t>
            </a:r>
            <a:r>
              <a:rPr lang="pl-PL" sz="1200" b="1" dirty="0" err="1"/>
              <a:t>state.bears</a:t>
            </a:r>
            <a:r>
              <a:rPr lang="pl-PL" sz="1200" b="1" dirty="0"/>
              <a:t> + 1 })),</a:t>
            </a:r>
          </a:p>
          <a:p>
            <a:r>
              <a:rPr lang="pl-PL" sz="1200" b="1" dirty="0"/>
              <a:t>  // Akcja: resetowanie</a:t>
            </a:r>
          </a:p>
          <a:p>
            <a:r>
              <a:rPr lang="pl-PL" sz="1200" b="1" dirty="0"/>
              <a:t>  </a:t>
            </a:r>
            <a:r>
              <a:rPr lang="pl-PL" sz="1200" b="1" dirty="0" err="1"/>
              <a:t>removeAllBears</a:t>
            </a:r>
            <a:r>
              <a:rPr lang="pl-PL" sz="1200" b="1" dirty="0"/>
              <a:t>: () =&gt; set({ </a:t>
            </a:r>
            <a:r>
              <a:rPr lang="pl-PL" sz="1200" b="1" dirty="0" err="1"/>
              <a:t>bears</a:t>
            </a:r>
            <a:r>
              <a:rPr lang="pl-PL" sz="1200" b="1" dirty="0"/>
              <a:t>: 0 }),</a:t>
            </a:r>
          </a:p>
          <a:p>
            <a:r>
              <a:rPr lang="pl-PL" sz="1200" b="1" dirty="0"/>
              <a:t>}))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328BC66-ACD6-0F1E-E47B-D235305C005F}"/>
              </a:ext>
            </a:extLst>
          </p:cNvPr>
          <p:cNvSpPr txBox="1"/>
          <p:nvPr/>
        </p:nvSpPr>
        <p:spPr>
          <a:xfrm>
            <a:off x="7669530" y="18156"/>
            <a:ext cx="4350541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100" b="1" dirty="0" err="1"/>
              <a:t>App.jsx</a:t>
            </a:r>
            <a:endParaRPr lang="pl-PL" sz="1100" b="1" dirty="0"/>
          </a:p>
          <a:p>
            <a:r>
              <a:rPr lang="pl-PL" sz="1100" b="1" dirty="0"/>
              <a:t>import { </a:t>
            </a:r>
            <a:r>
              <a:rPr lang="pl-PL" sz="1100" b="1" dirty="0" err="1"/>
              <a:t>useStore</a:t>
            </a:r>
            <a:r>
              <a:rPr lang="pl-PL" sz="1100" b="1" dirty="0"/>
              <a:t> } from './</a:t>
            </a:r>
            <a:r>
              <a:rPr lang="pl-PL" sz="1100" b="1" dirty="0" err="1"/>
              <a:t>store</a:t>
            </a:r>
            <a:r>
              <a:rPr lang="pl-PL" sz="1100" b="1" dirty="0"/>
              <a:t>'</a:t>
            </a:r>
          </a:p>
          <a:p>
            <a:endParaRPr lang="pl-PL" sz="1100" b="1" dirty="0"/>
          </a:p>
          <a:p>
            <a:r>
              <a:rPr lang="pl-PL" sz="1100" b="1" dirty="0" err="1"/>
              <a:t>function</a:t>
            </a:r>
            <a:r>
              <a:rPr lang="pl-PL" sz="1100" b="1" dirty="0"/>
              <a:t> </a:t>
            </a:r>
            <a:r>
              <a:rPr lang="pl-PL" sz="1100" b="1" dirty="0" err="1"/>
              <a:t>App</a:t>
            </a:r>
            <a:r>
              <a:rPr lang="pl-PL" sz="1100" b="1" dirty="0"/>
              <a:t>() {</a:t>
            </a:r>
          </a:p>
          <a:p>
            <a:r>
              <a:rPr lang="pl-PL" sz="1100" b="1" dirty="0"/>
              <a:t>  // Pobieramy dane i funkcje ze </a:t>
            </a:r>
            <a:r>
              <a:rPr lang="pl-PL" sz="1100" b="1" dirty="0" err="1"/>
              <a:t>store'a</a:t>
            </a:r>
            <a:endParaRPr lang="pl-PL" sz="1100" b="1" dirty="0"/>
          </a:p>
          <a:p>
            <a:r>
              <a:rPr lang="pl-PL" sz="1100" b="1" dirty="0"/>
              <a:t>  </a:t>
            </a:r>
            <a:r>
              <a:rPr lang="pl-PL" sz="1100" b="1" dirty="0" err="1"/>
              <a:t>const</a:t>
            </a:r>
            <a:r>
              <a:rPr lang="pl-PL" sz="1100" b="1" dirty="0"/>
              <a:t> </a:t>
            </a:r>
            <a:r>
              <a:rPr lang="pl-PL" sz="1100" b="1" dirty="0" err="1"/>
              <a:t>bears</a:t>
            </a:r>
            <a:r>
              <a:rPr lang="pl-PL" sz="1100" b="1" dirty="0"/>
              <a:t> = </a:t>
            </a:r>
            <a:r>
              <a:rPr lang="pl-PL" sz="1100" b="1" dirty="0" err="1"/>
              <a:t>useStore</a:t>
            </a:r>
            <a:r>
              <a:rPr lang="pl-PL" sz="1100" b="1" dirty="0"/>
              <a:t>((</a:t>
            </a:r>
            <a:r>
              <a:rPr lang="pl-PL" sz="1100" b="1" dirty="0" err="1"/>
              <a:t>state</a:t>
            </a:r>
            <a:r>
              <a:rPr lang="pl-PL" sz="1100" b="1" dirty="0"/>
              <a:t>) =&gt; </a:t>
            </a:r>
            <a:r>
              <a:rPr lang="pl-PL" sz="1100" b="1" dirty="0" err="1"/>
              <a:t>state.bears</a:t>
            </a:r>
            <a:r>
              <a:rPr lang="pl-PL" sz="1100" b="1" dirty="0"/>
              <a:t>)</a:t>
            </a:r>
          </a:p>
          <a:p>
            <a:r>
              <a:rPr lang="pl-PL" sz="1100" b="1" dirty="0"/>
              <a:t>  </a:t>
            </a:r>
            <a:r>
              <a:rPr lang="pl-PL" sz="1100" b="1" dirty="0" err="1"/>
              <a:t>const</a:t>
            </a:r>
            <a:r>
              <a:rPr lang="pl-PL" sz="1100" b="1" dirty="0"/>
              <a:t> </a:t>
            </a:r>
            <a:r>
              <a:rPr lang="pl-PL" sz="1100" b="1" dirty="0" err="1"/>
              <a:t>increase</a:t>
            </a:r>
            <a:r>
              <a:rPr lang="pl-PL" sz="1100" b="1" dirty="0"/>
              <a:t> = </a:t>
            </a:r>
            <a:r>
              <a:rPr lang="pl-PL" sz="1100" b="1" dirty="0" err="1"/>
              <a:t>useStore</a:t>
            </a:r>
            <a:r>
              <a:rPr lang="pl-PL" sz="1100" b="1" dirty="0"/>
              <a:t>((</a:t>
            </a:r>
            <a:r>
              <a:rPr lang="pl-PL" sz="1100" b="1" dirty="0" err="1"/>
              <a:t>state</a:t>
            </a:r>
            <a:r>
              <a:rPr lang="pl-PL" sz="1100" b="1" dirty="0"/>
              <a:t>) =&gt; </a:t>
            </a:r>
            <a:r>
              <a:rPr lang="pl-PL" sz="1100" b="1" dirty="0" err="1"/>
              <a:t>state.increasePopulation</a:t>
            </a:r>
            <a:r>
              <a:rPr lang="pl-PL" sz="1100" b="1" dirty="0"/>
              <a:t>)</a:t>
            </a:r>
          </a:p>
          <a:p>
            <a:r>
              <a:rPr lang="pl-PL" sz="1100" b="1" dirty="0"/>
              <a:t>  </a:t>
            </a:r>
            <a:r>
              <a:rPr lang="pl-PL" sz="1100" b="1" dirty="0" err="1"/>
              <a:t>const</a:t>
            </a:r>
            <a:r>
              <a:rPr lang="pl-PL" sz="1100" b="1" dirty="0"/>
              <a:t> reset = </a:t>
            </a:r>
            <a:r>
              <a:rPr lang="pl-PL" sz="1100" b="1" dirty="0" err="1"/>
              <a:t>useStore</a:t>
            </a:r>
            <a:r>
              <a:rPr lang="pl-PL" sz="1100" b="1" dirty="0"/>
              <a:t>((</a:t>
            </a:r>
            <a:r>
              <a:rPr lang="pl-PL" sz="1100" b="1" dirty="0" err="1"/>
              <a:t>state</a:t>
            </a:r>
            <a:r>
              <a:rPr lang="pl-PL" sz="1100" b="1" dirty="0"/>
              <a:t>) =&gt; </a:t>
            </a:r>
            <a:r>
              <a:rPr lang="pl-PL" sz="1100" b="1" dirty="0" err="1"/>
              <a:t>state.removeAllBears</a:t>
            </a:r>
            <a:r>
              <a:rPr lang="pl-PL" sz="1100" b="1" dirty="0"/>
              <a:t>)</a:t>
            </a:r>
          </a:p>
          <a:p>
            <a:endParaRPr lang="pl-PL" sz="1100" b="1" dirty="0"/>
          </a:p>
          <a:p>
            <a:r>
              <a:rPr lang="pl-PL" sz="1100" b="1" dirty="0"/>
              <a:t>  return (</a:t>
            </a:r>
          </a:p>
          <a:p>
            <a:r>
              <a:rPr lang="pl-PL" sz="1100" b="1" dirty="0"/>
              <a:t>    &lt;div style={{ </a:t>
            </a:r>
            <a:r>
              <a:rPr lang="pl-PL" sz="1100" b="1" dirty="0" err="1"/>
              <a:t>textAlign</a:t>
            </a:r>
            <a:r>
              <a:rPr lang="pl-PL" sz="1100" b="1" dirty="0"/>
              <a:t>: '</a:t>
            </a:r>
            <a:r>
              <a:rPr lang="pl-PL" sz="1100" b="1" dirty="0" err="1"/>
              <a:t>center</a:t>
            </a:r>
            <a:r>
              <a:rPr lang="pl-PL" sz="1100" b="1" dirty="0"/>
              <a:t>', </a:t>
            </a:r>
            <a:r>
              <a:rPr lang="pl-PL" sz="1100" b="1" dirty="0" err="1"/>
              <a:t>marginTop</a:t>
            </a:r>
            <a:r>
              <a:rPr lang="pl-PL" sz="1100" b="1" dirty="0"/>
              <a:t>: '50px', </a:t>
            </a:r>
            <a:r>
              <a:rPr lang="pl-PL" sz="1100" b="1" dirty="0" err="1"/>
              <a:t>fontFamily</a:t>
            </a:r>
            <a:r>
              <a:rPr lang="pl-PL" sz="1100" b="1" dirty="0"/>
              <a:t>: '</a:t>
            </a:r>
            <a:r>
              <a:rPr lang="pl-PL" sz="1100" b="1" dirty="0" err="1"/>
              <a:t>sans-serif</a:t>
            </a:r>
            <a:r>
              <a:rPr lang="pl-PL" sz="1100" b="1" dirty="0"/>
              <a:t>' }}&gt;</a:t>
            </a:r>
          </a:p>
          <a:p>
            <a:r>
              <a:rPr lang="pl-PL" sz="1100" b="1" dirty="0"/>
              <a:t>      &lt;h1&gt;Prezentacja: </a:t>
            </a:r>
            <a:r>
              <a:rPr lang="pl-PL" sz="1100" b="1" dirty="0" err="1"/>
              <a:t>Zustand</a:t>
            </a:r>
            <a:r>
              <a:rPr lang="pl-PL" sz="1100" b="1" dirty="0"/>
              <a:t>&lt;/h1&gt;</a:t>
            </a:r>
          </a:p>
          <a:p>
            <a:r>
              <a:rPr lang="pl-PL" sz="1100" b="1" dirty="0"/>
              <a:t>      &lt;div style={{ </a:t>
            </a:r>
            <a:r>
              <a:rPr lang="pl-PL" sz="1100" b="1" dirty="0" err="1"/>
              <a:t>fontSize</a:t>
            </a:r>
            <a:r>
              <a:rPr lang="pl-PL" sz="1100" b="1" dirty="0"/>
              <a:t>: '50px', </a:t>
            </a:r>
            <a:r>
              <a:rPr lang="pl-PL" sz="1100" b="1" dirty="0" err="1"/>
              <a:t>margin</a:t>
            </a:r>
            <a:r>
              <a:rPr lang="pl-PL" sz="1100" b="1" dirty="0"/>
              <a:t>: '20px' }}&gt;</a:t>
            </a:r>
          </a:p>
          <a:p>
            <a:r>
              <a:rPr lang="pl-PL" sz="1100" b="1" dirty="0"/>
              <a:t>        🐻 {</a:t>
            </a:r>
            <a:r>
              <a:rPr lang="pl-PL" sz="1100" b="1" dirty="0" err="1"/>
              <a:t>bears</a:t>
            </a:r>
            <a:r>
              <a:rPr lang="pl-PL" sz="1100" b="1" dirty="0"/>
              <a:t>}</a:t>
            </a:r>
          </a:p>
          <a:p>
            <a:r>
              <a:rPr lang="pl-PL" sz="1100" b="1" dirty="0"/>
              <a:t>      &lt;/div&gt;</a:t>
            </a:r>
          </a:p>
          <a:p>
            <a:r>
              <a:rPr lang="pl-PL" sz="1100" b="1" dirty="0"/>
              <a:t>      &lt;</a:t>
            </a:r>
            <a:r>
              <a:rPr lang="pl-PL" sz="1100" b="1" dirty="0" err="1"/>
              <a:t>button</a:t>
            </a:r>
            <a:r>
              <a:rPr lang="pl-PL" sz="1100" b="1" dirty="0"/>
              <a:t> </a:t>
            </a:r>
          </a:p>
          <a:p>
            <a:r>
              <a:rPr lang="pl-PL" sz="1100" b="1" dirty="0"/>
              <a:t>        </a:t>
            </a:r>
            <a:r>
              <a:rPr lang="pl-PL" sz="1100" b="1" dirty="0" err="1"/>
              <a:t>onClick</a:t>
            </a:r>
            <a:r>
              <a:rPr lang="pl-PL" sz="1100" b="1" dirty="0"/>
              <a:t>={</a:t>
            </a:r>
            <a:r>
              <a:rPr lang="pl-PL" sz="1100" b="1" dirty="0" err="1"/>
              <a:t>increase</a:t>
            </a:r>
            <a:r>
              <a:rPr lang="pl-PL" sz="1100" b="1" dirty="0"/>
              <a:t>} </a:t>
            </a:r>
          </a:p>
          <a:p>
            <a:r>
              <a:rPr lang="pl-PL" sz="1100" b="1" dirty="0"/>
              <a:t>        style={{ </a:t>
            </a:r>
            <a:r>
              <a:rPr lang="pl-PL" sz="1100" b="1" dirty="0" err="1"/>
              <a:t>padding</a:t>
            </a:r>
            <a:r>
              <a:rPr lang="pl-PL" sz="1100" b="1" dirty="0"/>
              <a:t>: '10px 20px', </a:t>
            </a:r>
            <a:r>
              <a:rPr lang="pl-PL" sz="1100" b="1" dirty="0" err="1"/>
              <a:t>fontSize</a:t>
            </a:r>
            <a:r>
              <a:rPr lang="pl-PL" sz="1100" b="1" dirty="0"/>
              <a:t>: '18px', </a:t>
            </a:r>
            <a:r>
              <a:rPr lang="pl-PL" sz="1100" b="1" dirty="0" err="1"/>
              <a:t>cursor</a:t>
            </a:r>
            <a:r>
              <a:rPr lang="pl-PL" sz="1100" b="1" dirty="0"/>
              <a:t>: 'pointer', </a:t>
            </a:r>
            <a:r>
              <a:rPr lang="pl-PL" sz="1100" b="1" dirty="0" err="1"/>
              <a:t>backgroundColor</a:t>
            </a:r>
            <a:r>
              <a:rPr lang="pl-PL" sz="1100" b="1" dirty="0"/>
              <a:t>: '#4CAF50', </a:t>
            </a:r>
            <a:r>
              <a:rPr lang="pl-PL" sz="1100" b="1" dirty="0" err="1"/>
              <a:t>color</a:t>
            </a:r>
            <a:r>
              <a:rPr lang="pl-PL" sz="1100" b="1" dirty="0"/>
              <a:t>: '</a:t>
            </a:r>
            <a:r>
              <a:rPr lang="pl-PL" sz="1100" b="1" dirty="0" err="1"/>
              <a:t>white</a:t>
            </a:r>
            <a:r>
              <a:rPr lang="pl-PL" sz="1100" b="1" dirty="0"/>
              <a:t>', </a:t>
            </a:r>
            <a:r>
              <a:rPr lang="pl-PL" sz="1100" b="1" dirty="0" err="1"/>
              <a:t>border</a:t>
            </a:r>
            <a:r>
              <a:rPr lang="pl-PL" sz="1100" b="1" dirty="0"/>
              <a:t>: '</a:t>
            </a:r>
            <a:r>
              <a:rPr lang="pl-PL" sz="1100" b="1" dirty="0" err="1"/>
              <a:t>none</a:t>
            </a:r>
            <a:r>
              <a:rPr lang="pl-PL" sz="1100" b="1" dirty="0"/>
              <a:t>', </a:t>
            </a:r>
            <a:r>
              <a:rPr lang="pl-PL" sz="1100" b="1" dirty="0" err="1"/>
              <a:t>borderRadius</a:t>
            </a:r>
            <a:r>
              <a:rPr lang="pl-PL" sz="1100" b="1" dirty="0"/>
              <a:t>: '5px' }}</a:t>
            </a:r>
          </a:p>
          <a:p>
            <a:r>
              <a:rPr lang="pl-PL" sz="1100" b="1" dirty="0"/>
              <a:t>      &gt;</a:t>
            </a:r>
          </a:p>
          <a:p>
            <a:r>
              <a:rPr lang="pl-PL" sz="1100" b="1" dirty="0"/>
              <a:t>        Dodaj misia</a:t>
            </a:r>
          </a:p>
          <a:p>
            <a:r>
              <a:rPr lang="pl-PL" sz="1100" b="1" dirty="0"/>
              <a:t>      &lt;/</a:t>
            </a:r>
            <a:r>
              <a:rPr lang="pl-PL" sz="1100" b="1" dirty="0" err="1"/>
              <a:t>button</a:t>
            </a:r>
            <a:r>
              <a:rPr lang="pl-PL" sz="1100" b="1" dirty="0"/>
              <a:t>&gt;</a:t>
            </a:r>
          </a:p>
          <a:p>
            <a:r>
              <a:rPr lang="pl-PL" sz="1100" b="1" dirty="0"/>
              <a:t>      &lt;</a:t>
            </a:r>
            <a:r>
              <a:rPr lang="pl-PL" sz="1100" b="1" dirty="0" err="1"/>
              <a:t>br</a:t>
            </a:r>
            <a:r>
              <a:rPr lang="pl-PL" sz="1100" b="1" dirty="0"/>
              <a:t> /&gt;</a:t>
            </a:r>
          </a:p>
          <a:p>
            <a:r>
              <a:rPr lang="pl-PL" sz="1100" b="1" dirty="0"/>
              <a:t>      &lt;</a:t>
            </a:r>
            <a:r>
              <a:rPr lang="pl-PL" sz="1100" b="1" dirty="0" err="1"/>
              <a:t>button</a:t>
            </a:r>
            <a:r>
              <a:rPr lang="pl-PL" sz="1100" b="1" dirty="0"/>
              <a:t> </a:t>
            </a:r>
          </a:p>
          <a:p>
            <a:r>
              <a:rPr lang="pl-PL" sz="1100" b="1" dirty="0"/>
              <a:t>        </a:t>
            </a:r>
            <a:r>
              <a:rPr lang="pl-PL" sz="1100" b="1" dirty="0" err="1"/>
              <a:t>onClick</a:t>
            </a:r>
            <a:r>
              <a:rPr lang="pl-PL" sz="1100" b="1" dirty="0"/>
              <a:t>={reset} </a:t>
            </a:r>
          </a:p>
          <a:p>
            <a:r>
              <a:rPr lang="pl-PL" sz="1100" b="1" dirty="0"/>
              <a:t>        style={{ </a:t>
            </a:r>
            <a:r>
              <a:rPr lang="pl-PL" sz="1100" b="1" dirty="0" err="1"/>
              <a:t>marginTop</a:t>
            </a:r>
            <a:r>
              <a:rPr lang="pl-PL" sz="1100" b="1" dirty="0"/>
              <a:t>: '20px', </a:t>
            </a:r>
            <a:r>
              <a:rPr lang="pl-PL" sz="1100" b="1" dirty="0" err="1"/>
              <a:t>background</a:t>
            </a:r>
            <a:r>
              <a:rPr lang="pl-PL" sz="1100" b="1" dirty="0"/>
              <a:t>: '</a:t>
            </a:r>
            <a:r>
              <a:rPr lang="pl-PL" sz="1100" b="1" dirty="0" err="1"/>
              <a:t>none</a:t>
            </a:r>
            <a:r>
              <a:rPr lang="pl-PL" sz="1100" b="1" dirty="0"/>
              <a:t>', </a:t>
            </a:r>
            <a:r>
              <a:rPr lang="pl-PL" sz="1100" b="1" dirty="0" err="1"/>
              <a:t>border</a:t>
            </a:r>
            <a:r>
              <a:rPr lang="pl-PL" sz="1100" b="1" dirty="0"/>
              <a:t>: '</a:t>
            </a:r>
            <a:r>
              <a:rPr lang="pl-PL" sz="1100" b="1" dirty="0" err="1"/>
              <a:t>none</a:t>
            </a:r>
            <a:r>
              <a:rPr lang="pl-PL" sz="1100" b="1" dirty="0"/>
              <a:t>', </a:t>
            </a:r>
            <a:r>
              <a:rPr lang="pl-PL" sz="1100" b="1" dirty="0" err="1"/>
              <a:t>color</a:t>
            </a:r>
            <a:r>
              <a:rPr lang="pl-PL" sz="1100" b="1" dirty="0"/>
              <a:t>: 'red', </a:t>
            </a:r>
            <a:r>
              <a:rPr lang="pl-PL" sz="1100" b="1" dirty="0" err="1"/>
              <a:t>cursor</a:t>
            </a:r>
            <a:r>
              <a:rPr lang="pl-PL" sz="1100" b="1" dirty="0"/>
              <a:t>: 'pointer', </a:t>
            </a:r>
            <a:r>
              <a:rPr lang="pl-PL" sz="1100" b="1" dirty="0" err="1"/>
              <a:t>textDecoration</a:t>
            </a:r>
            <a:r>
              <a:rPr lang="pl-PL" sz="1100" b="1" dirty="0"/>
              <a:t>: '</a:t>
            </a:r>
            <a:r>
              <a:rPr lang="pl-PL" sz="1100" b="1" dirty="0" err="1"/>
              <a:t>underline</a:t>
            </a:r>
            <a:r>
              <a:rPr lang="pl-PL" sz="1100" b="1" dirty="0"/>
              <a:t>' }}</a:t>
            </a:r>
          </a:p>
          <a:p>
            <a:r>
              <a:rPr lang="pl-PL" sz="1100" b="1" dirty="0"/>
              <a:t>      &gt;</a:t>
            </a:r>
          </a:p>
          <a:p>
            <a:r>
              <a:rPr lang="pl-PL" sz="1100" b="1" dirty="0"/>
              <a:t>        Resetuj licznik</a:t>
            </a:r>
          </a:p>
          <a:p>
            <a:r>
              <a:rPr lang="pl-PL" sz="1100" b="1" dirty="0"/>
              <a:t>      &lt;/</a:t>
            </a:r>
            <a:r>
              <a:rPr lang="pl-PL" sz="1100" b="1" dirty="0" err="1"/>
              <a:t>button</a:t>
            </a:r>
            <a:r>
              <a:rPr lang="pl-PL" sz="1100" b="1" dirty="0"/>
              <a:t>&gt;</a:t>
            </a:r>
          </a:p>
          <a:p>
            <a:r>
              <a:rPr lang="pl-PL" sz="1100" b="1" dirty="0"/>
              <a:t>    &lt;/div&gt;</a:t>
            </a:r>
          </a:p>
          <a:p>
            <a:r>
              <a:rPr lang="pl-PL" sz="1100" b="1" dirty="0"/>
              <a:t>  )</a:t>
            </a:r>
          </a:p>
          <a:p>
            <a:r>
              <a:rPr lang="pl-PL" sz="1100" b="1" dirty="0"/>
              <a:t>}</a:t>
            </a:r>
          </a:p>
          <a:p>
            <a:br>
              <a:rPr lang="pl-PL" sz="1100" b="1" dirty="0"/>
            </a:br>
            <a:endParaRPr lang="pl-PL" sz="1100" b="1" dirty="0"/>
          </a:p>
          <a:p>
            <a:r>
              <a:rPr lang="pl-PL" sz="1100" b="1" dirty="0"/>
              <a:t>export </a:t>
            </a:r>
            <a:r>
              <a:rPr lang="pl-PL" sz="1100" b="1" dirty="0" err="1"/>
              <a:t>default</a:t>
            </a:r>
            <a:r>
              <a:rPr lang="pl-PL" sz="1100" b="1" dirty="0"/>
              <a:t> </a:t>
            </a:r>
            <a:r>
              <a:rPr lang="pl-PL" sz="1100" b="1" dirty="0" err="1"/>
              <a:t>App</a:t>
            </a:r>
            <a:endParaRPr lang="pl-PL" sz="1100" b="1" dirty="0"/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1417AFB5-FFAE-51C2-4F44-97E02E7AA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3260" y="1826218"/>
            <a:ext cx="4446270" cy="473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7247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0047E-8795-E21F-F751-6C94A112A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raz — symbol zastępczy 14" descr="Otwarta książka na biurku">
            <a:extLst>
              <a:ext uri="{FF2B5EF4-FFF2-40B4-BE49-F238E27FC236}">
                <a16:creationId xmlns:a16="http://schemas.microsoft.com/office/drawing/2014/main" id="{F8E11E46-05B0-91B7-3D1E-07F14A8FC79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92" y="2849880"/>
            <a:ext cx="12143232" cy="4008120"/>
          </a:xfrm>
          <a:blipFill>
            <a:blip r:embed="rId4"/>
            <a:tile tx="0" ty="0" sx="100000" sy="100000" flip="none" algn="tl"/>
          </a:blipFill>
        </p:spPr>
      </p:pic>
      <p:sp>
        <p:nvSpPr>
          <p:cNvPr id="9" name="Tytuł 8">
            <a:extLst>
              <a:ext uri="{FF2B5EF4-FFF2-40B4-BE49-F238E27FC236}">
                <a16:creationId xmlns:a16="http://schemas.microsoft.com/office/drawing/2014/main" id="{578846EB-E069-EE61-93CA-B621C7701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" y="-1"/>
            <a:ext cx="12167616" cy="4284581"/>
          </a:xfr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pl-PL" sz="4800" b="1" dirty="0">
                <a:latin typeface="+mn-lt"/>
              </a:rPr>
              <a:t>Selektory i Akcje</a:t>
            </a:r>
            <a:endParaRPr lang="pl-PL" sz="2800" b="1" dirty="0">
              <a:latin typeface="+mn-lt"/>
            </a:endParaRPr>
          </a:p>
        </p:txBody>
      </p:sp>
      <p:sp>
        <p:nvSpPr>
          <p:cNvPr id="75" name="Stopka — symbol zastępczy 74">
            <a:extLst>
              <a:ext uri="{FF2B5EF4-FFF2-40B4-BE49-F238E27FC236}">
                <a16:creationId xmlns:a16="http://schemas.microsoft.com/office/drawing/2014/main" id="{48F18788-A304-0A73-DA94-2EEBC96A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</p:spPr>
        <p:txBody>
          <a:bodyPr rtlCol="0"/>
          <a:lstStyle/>
          <a:p>
            <a:pPr rtl="0"/>
            <a:r>
              <a:rPr lang="pl-PL"/>
              <a:t>TYTUŁ PREZENTACJI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36305BF4-09ED-1E3C-4760-0E35925AC3CC}"/>
              </a:ext>
            </a:extLst>
          </p:cNvPr>
          <p:cNvSpPr txBox="1"/>
          <p:nvPr/>
        </p:nvSpPr>
        <p:spPr>
          <a:xfrm>
            <a:off x="606650" y="1726495"/>
            <a:ext cx="34170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b="1" dirty="0"/>
              <a:t>Akcje (</a:t>
            </a:r>
            <a:r>
              <a:rPr lang="pl-PL" sz="2000" b="1" dirty="0" err="1"/>
              <a:t>Actions</a:t>
            </a:r>
            <a:r>
              <a:rPr lang="pl-PL" sz="2000" b="1" dirty="0"/>
              <a:t>):</a:t>
            </a:r>
            <a:r>
              <a:rPr lang="pl-PL" sz="2000" dirty="0"/>
              <a:t> To funkcje wewnątrz </a:t>
            </a:r>
            <a:r>
              <a:rPr lang="pl-PL" sz="2000" dirty="0" err="1"/>
              <a:t>store'a</a:t>
            </a:r>
            <a:r>
              <a:rPr lang="pl-PL" sz="2000" dirty="0"/>
              <a:t>, które zmieniają dane (u mnie to </a:t>
            </a:r>
            <a:r>
              <a:rPr lang="pl-PL" sz="2000" dirty="0" err="1"/>
              <a:t>increasePopulation</a:t>
            </a:r>
            <a:r>
              <a:rPr lang="pl-PL" sz="2000" dirty="0"/>
              <a:t>). Dzięki nim logika zmiany danych nie jest rozproszona po całej aplikacji.</a:t>
            </a:r>
            <a:endParaRPr lang="pl-PL" sz="2000" b="1" dirty="0"/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FA631DBA-8CC7-CA39-3158-110FF127C623}"/>
              </a:ext>
            </a:extLst>
          </p:cNvPr>
          <p:cNvSpPr txBox="1"/>
          <p:nvPr/>
        </p:nvSpPr>
        <p:spPr>
          <a:xfrm>
            <a:off x="7578090" y="1661180"/>
            <a:ext cx="43505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b="1" dirty="0"/>
              <a:t>Selektory (</a:t>
            </a:r>
            <a:r>
              <a:rPr lang="pl-PL" sz="2000" b="1" dirty="0" err="1"/>
              <a:t>Selectors</a:t>
            </a:r>
            <a:r>
              <a:rPr lang="pl-PL" sz="2000" b="1" dirty="0"/>
              <a:t>):</a:t>
            </a:r>
            <a:r>
              <a:rPr lang="pl-PL" sz="2000" dirty="0"/>
              <a:t> Pozwalają wyciągnąć ze stanu tylko to, co jest potrzebne (np. </a:t>
            </a:r>
            <a:r>
              <a:rPr lang="pl-PL" sz="2000" dirty="0" err="1"/>
              <a:t>state.bears</a:t>
            </a:r>
            <a:r>
              <a:rPr lang="pl-PL" sz="2000" dirty="0"/>
              <a:t>).</a:t>
            </a:r>
            <a:endParaRPr lang="pl-PL" sz="2000" b="1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EA26B8D1-A913-4DDF-2F3F-F2E12859E770}"/>
              </a:ext>
            </a:extLst>
          </p:cNvPr>
          <p:cNvSpPr txBox="1"/>
          <p:nvPr/>
        </p:nvSpPr>
        <p:spPr>
          <a:xfrm>
            <a:off x="4343400" y="4294733"/>
            <a:ext cx="6023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Dlaczego to ważne?</a:t>
            </a:r>
            <a:r>
              <a:rPr lang="pl-PL" dirty="0"/>
              <a:t> Dzięki selektorom komponent nie </a:t>
            </a:r>
            <a:r>
              <a:rPr lang="pl-PL" dirty="0" err="1"/>
              <a:t>renderuje</a:t>
            </a:r>
            <a:r>
              <a:rPr lang="pl-PL" dirty="0"/>
              <a:t> się ponownie, jeśli zmieni się inna część stanu, której ten komponent nie używa. To klucz do wydajności.</a:t>
            </a:r>
          </a:p>
        </p:txBody>
      </p:sp>
    </p:spTree>
    <p:extLst>
      <p:ext uri="{BB962C8B-B14F-4D97-AF65-F5344CB8AC3E}">
        <p14:creationId xmlns:p14="http://schemas.microsoft.com/office/powerpoint/2010/main" val="4178255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7DBF4-3059-89BB-C4D0-B9A95EC29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raz — symbol zastępczy 14" descr="Otwarta książka na biurku">
            <a:extLst>
              <a:ext uri="{FF2B5EF4-FFF2-40B4-BE49-F238E27FC236}">
                <a16:creationId xmlns:a16="http://schemas.microsoft.com/office/drawing/2014/main" id="{B97407C0-DD29-E6BC-4B75-E21710B418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92" y="2849880"/>
            <a:ext cx="12143232" cy="4008120"/>
          </a:xfrm>
          <a:blipFill>
            <a:blip r:embed="rId4"/>
            <a:tile tx="0" ty="0" sx="100000" sy="100000" flip="none" algn="tl"/>
          </a:blipFill>
        </p:spPr>
      </p:pic>
      <p:sp>
        <p:nvSpPr>
          <p:cNvPr id="9" name="Tytuł 8">
            <a:extLst>
              <a:ext uri="{FF2B5EF4-FFF2-40B4-BE49-F238E27FC236}">
                <a16:creationId xmlns:a16="http://schemas.microsoft.com/office/drawing/2014/main" id="{D74207C1-AB54-2738-EC22-71CD89686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" y="-1"/>
            <a:ext cx="12167616" cy="4284581"/>
          </a:xfr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pl-PL" sz="6600" b="1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DevTools</a:t>
            </a:r>
            <a:endParaRPr lang="pl-PL" sz="66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5" name="Stopka — symbol zastępczy 74">
            <a:extLst>
              <a:ext uri="{FF2B5EF4-FFF2-40B4-BE49-F238E27FC236}">
                <a16:creationId xmlns:a16="http://schemas.microsoft.com/office/drawing/2014/main" id="{61146536-B90F-A18E-D2E2-CE72BBCA1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</p:spPr>
        <p:txBody>
          <a:bodyPr rtlCol="0"/>
          <a:lstStyle/>
          <a:p>
            <a:pPr rtl="0"/>
            <a:r>
              <a:rPr lang="pl-PL"/>
              <a:t>TYTUŁ PREZENTACJI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54CFECF-5962-787B-F85D-F4A864E34AC0}"/>
              </a:ext>
            </a:extLst>
          </p:cNvPr>
          <p:cNvSpPr txBox="1"/>
          <p:nvPr/>
        </p:nvSpPr>
        <p:spPr>
          <a:xfrm>
            <a:off x="595220" y="1634456"/>
            <a:ext cx="83316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solidFill>
                  <a:schemeClr val="bg1"/>
                </a:solidFill>
              </a:rPr>
              <a:t>Narzędzia programistyczne pozwalają śledzić zmiany w czasie rzeczywistym. </a:t>
            </a:r>
            <a:r>
              <a:rPr lang="pl-PL" sz="2000" dirty="0" err="1">
                <a:solidFill>
                  <a:schemeClr val="bg1"/>
                </a:solidFill>
              </a:rPr>
              <a:t>Zustand</a:t>
            </a:r>
            <a:r>
              <a:rPr lang="pl-PL" sz="2000" dirty="0">
                <a:solidFill>
                  <a:schemeClr val="bg1"/>
                </a:solidFill>
              </a:rPr>
              <a:t> też z nimi współpracuje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75F4CF4-51BE-FF14-2E4F-D1A788819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054" y="2615055"/>
            <a:ext cx="6770370" cy="4231481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D0795CBA-B333-4679-07E3-4C6C3A3B5C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693" y="2543977"/>
            <a:ext cx="5005861" cy="430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89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78AEC-CD6B-37C6-4AA3-5F5CD054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raz — symbol zastępczy 14" descr="Otwarta książka na biurku">
            <a:extLst>
              <a:ext uri="{FF2B5EF4-FFF2-40B4-BE49-F238E27FC236}">
                <a16:creationId xmlns:a16="http://schemas.microsoft.com/office/drawing/2014/main" id="{D8D9A0D1-C301-7438-4B08-FA059B89EC7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92" y="2849880"/>
            <a:ext cx="12143232" cy="4008120"/>
          </a:xfrm>
          <a:blipFill>
            <a:blip r:embed="rId4"/>
            <a:tile tx="0" ty="0" sx="100000" sy="100000" flip="none" algn="tl"/>
          </a:blipFill>
        </p:spPr>
      </p:pic>
      <p:sp>
        <p:nvSpPr>
          <p:cNvPr id="9" name="Tytuł 8">
            <a:extLst>
              <a:ext uri="{FF2B5EF4-FFF2-40B4-BE49-F238E27FC236}">
                <a16:creationId xmlns:a16="http://schemas.microsoft.com/office/drawing/2014/main" id="{5510ED67-DEDC-D67A-AF7E-7E25A0E25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" y="-1"/>
            <a:ext cx="12167616" cy="4284581"/>
          </a:xfrm>
          <a:solidFill>
            <a:schemeClr val="accent5"/>
          </a:solidFill>
        </p:spPr>
        <p:txBody>
          <a:bodyPr rtlCol="0"/>
          <a:lstStyle/>
          <a:p>
            <a:pPr algn="ctr"/>
            <a:r>
              <a:rPr lang="pl-PL" sz="6600" b="1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Persystencja</a:t>
            </a:r>
            <a:endParaRPr lang="pl-PL" sz="6600" b="1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5" name="Stopka — symbol zastępczy 74">
            <a:extLst>
              <a:ext uri="{FF2B5EF4-FFF2-40B4-BE49-F238E27FC236}">
                <a16:creationId xmlns:a16="http://schemas.microsoft.com/office/drawing/2014/main" id="{95A8EBB6-7EEB-BE7C-B980-8366BB83C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</p:spPr>
        <p:txBody>
          <a:bodyPr rtlCol="0"/>
          <a:lstStyle/>
          <a:p>
            <a:pPr rtl="0"/>
            <a:r>
              <a:rPr lang="pl-PL"/>
              <a:t>TYTUŁ PREZENTACJI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CB259DA0-091A-9356-F11D-860A7B5EFE03}"/>
              </a:ext>
            </a:extLst>
          </p:cNvPr>
          <p:cNvSpPr txBox="1"/>
          <p:nvPr/>
        </p:nvSpPr>
        <p:spPr>
          <a:xfrm>
            <a:off x="595220" y="1634456"/>
            <a:ext cx="105490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b="1" dirty="0"/>
              <a:t>Co się dzieje po odświeżeniu strony? </a:t>
            </a:r>
          </a:p>
          <a:p>
            <a:r>
              <a:rPr lang="pl-PL" sz="2000" dirty="0"/>
              <a:t>Normalnie stan znika.</a:t>
            </a:r>
          </a:p>
          <a:p>
            <a:endParaRPr lang="pl-PL" sz="2000" dirty="0">
              <a:solidFill>
                <a:schemeClr val="bg1"/>
              </a:solidFill>
            </a:endParaRPr>
          </a:p>
          <a:p>
            <a:r>
              <a:rPr lang="pl-PL" sz="2000" b="1" dirty="0"/>
              <a:t>Rozwiązanie:</a:t>
            </a:r>
            <a:r>
              <a:rPr lang="pl-PL" sz="2000" dirty="0"/>
              <a:t> </a:t>
            </a:r>
          </a:p>
          <a:p>
            <a:r>
              <a:rPr lang="pl-PL" sz="2000" dirty="0" err="1"/>
              <a:t>Middleware</a:t>
            </a:r>
            <a:r>
              <a:rPr lang="pl-PL" sz="2000" dirty="0"/>
              <a:t> </a:t>
            </a:r>
            <a:r>
              <a:rPr lang="pl-PL" dirty="0" err="1"/>
              <a:t>persist</a:t>
            </a:r>
            <a:r>
              <a:rPr lang="pl-PL" sz="2000" dirty="0"/>
              <a:t>. Pozwala on automatycznie zapisywać dane w </a:t>
            </a:r>
            <a:r>
              <a:rPr lang="pl-PL" dirty="0" err="1"/>
              <a:t>localStorage</a:t>
            </a:r>
            <a:r>
              <a:rPr lang="pl-PL" sz="2000" dirty="0"/>
              <a:t> przeglądarki.</a:t>
            </a:r>
          </a:p>
          <a:p>
            <a:endParaRPr lang="pl-PL" sz="2000" dirty="0">
              <a:solidFill>
                <a:schemeClr val="bg1"/>
              </a:solidFill>
            </a:endParaRPr>
          </a:p>
          <a:p>
            <a:r>
              <a:rPr lang="pl-PL" sz="2000" b="1" dirty="0"/>
              <a:t>Zaleta:</a:t>
            </a:r>
            <a:r>
              <a:rPr lang="pl-PL" sz="2000" dirty="0"/>
              <a:t> </a:t>
            </a:r>
          </a:p>
          <a:p>
            <a:r>
              <a:rPr lang="pl-PL" sz="2000" dirty="0"/>
              <a:t>Użytkownik wraca na stronę, a jego koszyk zakupowy lub ustawienia są nadal na miejscu.</a:t>
            </a:r>
            <a:endParaRPr lang="pl-PL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367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ytuł 9">
            <a:extLst>
              <a:ext uri="{FF2B5EF4-FFF2-40B4-BE49-F238E27FC236}">
                <a16:creationId xmlns:a16="http://schemas.microsoft.com/office/drawing/2014/main" id="{A759141C-1B55-4299-A850-4D8621A5E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25467"/>
            <a:ext cx="6028339" cy="1933899"/>
          </a:xfrm>
        </p:spPr>
        <p:txBody>
          <a:bodyPr rtlCol="0">
            <a:normAutofit/>
          </a:bodyPr>
          <a:lstStyle/>
          <a:p>
            <a:pPr rtl="0"/>
            <a:r>
              <a:rPr lang="pl-PL"/>
              <a:t>Podsumowanie</a:t>
            </a:r>
          </a:p>
        </p:txBody>
      </p:sp>
      <p:sp>
        <p:nvSpPr>
          <p:cNvPr id="11" name="Podtytuł 10">
            <a:extLst>
              <a:ext uri="{FF2B5EF4-FFF2-40B4-BE49-F238E27FC236}">
                <a16:creationId xmlns:a16="http://schemas.microsoft.com/office/drawing/2014/main" id="{E8F7DCF9-2134-48C6-884C-E431D040E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2659367"/>
            <a:ext cx="6028339" cy="2282888"/>
          </a:xfrm>
        </p:spPr>
        <p:txBody>
          <a:bodyPr rtlCol="0"/>
          <a:lstStyle/>
          <a:p>
            <a:r>
              <a:rPr lang="pl-PL" sz="2000" dirty="0" err="1"/>
              <a:t>Zustand</a:t>
            </a:r>
            <a:r>
              <a:rPr lang="pl-PL" sz="2000" dirty="0"/>
              <a:t> wygrywa prostotą, </a:t>
            </a:r>
            <a:r>
              <a:rPr lang="pl-PL" sz="2000" dirty="0" err="1"/>
              <a:t>Redux</a:t>
            </a:r>
            <a:r>
              <a:rPr lang="pl-PL" sz="2000" dirty="0"/>
              <a:t> Toolkit skalowalnością.</a:t>
            </a:r>
          </a:p>
          <a:p>
            <a:endParaRPr lang="pl-PL" sz="2000" dirty="0"/>
          </a:p>
          <a:p>
            <a:r>
              <a:rPr lang="pl-PL" sz="2000" dirty="0"/>
              <a:t>https://github.com/annales050990/prezentacja.git</a:t>
            </a:r>
          </a:p>
        </p:txBody>
      </p:sp>
      <p:pic>
        <p:nvPicPr>
          <p:cNvPr id="19" name="Obraz — symbol zastępczy 18" descr="100% napisane na czarnej tablicy">
            <a:extLst>
              <a:ext uri="{FF2B5EF4-FFF2-40B4-BE49-F238E27FC236}">
                <a16:creationId xmlns:a16="http://schemas.microsoft.com/office/drawing/2014/main" id="{2F8DE87B-3DAA-4376-9698-D6A49CEC192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4414" y="0"/>
            <a:ext cx="4997586" cy="2282888"/>
          </a:xfrm>
        </p:spPr>
      </p:pic>
      <p:pic>
        <p:nvPicPr>
          <p:cNvPr id="24" name="Obraz — symbol zastępczy 23" descr="Osoba ze słuchawkami patrząca na laptop">
            <a:extLst>
              <a:ext uri="{FF2B5EF4-FFF2-40B4-BE49-F238E27FC236}">
                <a16:creationId xmlns:a16="http://schemas.microsoft.com/office/drawing/2014/main" id="{33B9FAC2-EF3F-4A62-83A4-1D6577462BA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1774" y="2286000"/>
            <a:ext cx="5000226" cy="2282888"/>
          </a:xfrm>
        </p:spPr>
      </p:pic>
      <p:pic>
        <p:nvPicPr>
          <p:cNvPr id="29" name="Obraz — symbol zastępczy 28" descr="Arkusz testu i ołówek">
            <a:extLst>
              <a:ext uri="{FF2B5EF4-FFF2-40B4-BE49-F238E27FC236}">
                <a16:creationId xmlns:a16="http://schemas.microsoft.com/office/drawing/2014/main" id="{69FBC014-8006-4626-AC29-BDEECCFD69B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90232" y="4572000"/>
            <a:ext cx="5001768" cy="2286000"/>
          </a:xfrm>
        </p:spPr>
      </p:pic>
      <p:sp>
        <p:nvSpPr>
          <p:cNvPr id="16" name="Stopka — symbol zastępczy 15">
            <a:extLst>
              <a:ext uri="{FF2B5EF4-FFF2-40B4-BE49-F238E27FC236}">
                <a16:creationId xmlns:a16="http://schemas.microsoft.com/office/drawing/2014/main" id="{C2433C4E-0FA1-443F-9A12-FB582996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</p:spPr>
        <p:txBody>
          <a:bodyPr rtlCol="0"/>
          <a:lstStyle/>
          <a:p>
            <a:pPr rtl="0"/>
            <a:r>
              <a:rPr lang="pl-PL" dirty="0"/>
              <a:t>Zarządzanie stanem</a:t>
            </a:r>
          </a:p>
        </p:txBody>
      </p:sp>
      <p:sp>
        <p:nvSpPr>
          <p:cNvPr id="17" name="Numer slajdu — symbol zastępczy 16">
            <a:extLst>
              <a:ext uri="{FF2B5EF4-FFF2-40B4-BE49-F238E27FC236}">
                <a16:creationId xmlns:a16="http://schemas.microsoft.com/office/drawing/2014/main" id="{2721C696-EE3B-4915-93E1-66DF2BFA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</p:spPr>
        <p:txBody>
          <a:bodyPr rtlCol="0"/>
          <a:lstStyle/>
          <a:p>
            <a:pPr rtl="0"/>
            <a:fld id="{11A71338-8BA2-4C79-A6C5-5A8E30081D0C}" type="slidenum">
              <a:rPr lang="pl-PL" smtClean="0"/>
              <a:pPr rtl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853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ytuł 53">
            <a:extLst>
              <a:ext uri="{FF2B5EF4-FFF2-40B4-BE49-F238E27FC236}">
                <a16:creationId xmlns:a16="http://schemas.microsoft.com/office/drawing/2014/main" id="{DBE49DF2-C4C7-4EC0-BF95-00C033956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604" y="689389"/>
            <a:ext cx="5465225" cy="2637455"/>
          </a:xfrm>
        </p:spPr>
        <p:txBody>
          <a:bodyPr rtlCol="0"/>
          <a:lstStyle/>
          <a:p>
            <a:pPr rtl="0"/>
            <a:r>
              <a:rPr lang="pl-PL" dirty="0"/>
              <a:t>Dziękuję za uwagę</a:t>
            </a:r>
            <a:br>
              <a:rPr lang="pl-PL" dirty="0"/>
            </a:br>
            <a:endParaRPr lang="pl-PL" dirty="0"/>
          </a:p>
        </p:txBody>
      </p:sp>
      <p:sp>
        <p:nvSpPr>
          <p:cNvPr id="2" name="Podtytuł 1">
            <a:extLst>
              <a:ext uri="{FF2B5EF4-FFF2-40B4-BE49-F238E27FC236}">
                <a16:creationId xmlns:a16="http://schemas.microsoft.com/office/drawing/2014/main" id="{39D912AE-424A-49C1-ACDE-5F0179114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3602038"/>
            <a:ext cx="5414255" cy="1560594"/>
          </a:xfrm>
        </p:spPr>
        <p:txBody>
          <a:bodyPr rtlCol="0"/>
          <a:lstStyle/>
          <a:p>
            <a:pPr rtl="0"/>
            <a:r>
              <a:rPr lang="pl-PL" dirty="0"/>
              <a:t>Anna Leś</a:t>
            </a:r>
          </a:p>
          <a:p>
            <a:pPr rtl="0"/>
            <a:r>
              <a:rPr lang="pl-PL" dirty="0"/>
              <a:t>annales90@wp.pl</a:t>
            </a:r>
          </a:p>
        </p:txBody>
      </p:sp>
      <p:pic>
        <p:nvPicPr>
          <p:cNvPr id="23" name="Obraz — symbol zastępczy 22" descr="Osoba pisząca przy biurku ">
            <a:extLst>
              <a:ext uri="{FF2B5EF4-FFF2-40B4-BE49-F238E27FC236}">
                <a16:creationId xmlns:a16="http://schemas.microsoft.com/office/drawing/2014/main" id="{AFE73D3A-07DF-48F7-99A6-5D29F73D85C9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6630" y="443884"/>
            <a:ext cx="5909831" cy="5879389"/>
          </a:xfrm>
        </p:spPr>
      </p:pic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AF988CDF-2A2A-4F8C-9ACC-3EDFAB45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00861" y="6319838"/>
            <a:ext cx="3982781" cy="365125"/>
          </a:xfrm>
        </p:spPr>
        <p:txBody>
          <a:bodyPr rtlCol="0"/>
          <a:lstStyle/>
          <a:p>
            <a:pPr rtl="0"/>
            <a:r>
              <a:rPr lang="pl-PL" dirty="0"/>
              <a:t>Zarządzanie stanem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4844C1BF-C224-4BC2-B070-F631007AA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90806" y="6324600"/>
            <a:ext cx="799078" cy="365125"/>
          </a:xfrm>
        </p:spPr>
        <p:txBody>
          <a:bodyPr rtlCol="0"/>
          <a:lstStyle/>
          <a:p>
            <a:pPr rtl="0"/>
            <a:fld id="{11A71338-8BA2-4C79-A6C5-5A8E30081D0C}" type="slidenum">
              <a:rPr lang="pl-PL" smtClean="0"/>
              <a:pPr rtl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33651384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1607910_TF33780407_Win32.potx" id="{744E5B24-3E85-4EB3-919E-29E7585BA7E7}" vid="{87562B10-AC82-4002-8C10-E6ACE0BB1F43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9FD94B-CF2B-4485-954E-6805E96E51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8316A4-DB9D-4B40-83D1-0433996D54B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E5C9C91-7BEA-497B-8B74-808BB08645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Projekt Sinus</Template>
  <TotalTime>217</TotalTime>
  <Words>776</Words>
  <Application>Microsoft Office PowerPoint</Application>
  <PresentationFormat>Panoramiczny</PresentationFormat>
  <Paragraphs>155</Paragraphs>
  <Slides>12</Slides>
  <Notes>12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12</vt:i4>
      </vt:variant>
    </vt:vector>
  </HeadingPairs>
  <TitlesOfParts>
    <vt:vector size="16" baseType="lpstr">
      <vt:lpstr>Arial</vt:lpstr>
      <vt:lpstr>Calibri</vt:lpstr>
      <vt:lpstr>Posterama</vt:lpstr>
      <vt:lpstr>SineVTI</vt:lpstr>
      <vt:lpstr>Zarządzanie stanem Zustand vs Redux Toolkit vs Jotai</vt:lpstr>
      <vt:lpstr>Po co istnieje zarządzanie stanem?</vt:lpstr>
      <vt:lpstr>Podstawowe podejścia  </vt:lpstr>
      <vt:lpstr>Zustand vs Redux vs Jotai</vt:lpstr>
      <vt:lpstr>Porównanie</vt:lpstr>
      <vt:lpstr>Instalacja i konfiguracja  </vt:lpstr>
      <vt:lpstr>Zustand</vt:lpstr>
      <vt:lpstr>Selektory i Akcje</vt:lpstr>
      <vt:lpstr>DevTools</vt:lpstr>
      <vt:lpstr>Persystencja</vt:lpstr>
      <vt:lpstr>Podsumowanie</vt:lpstr>
      <vt:lpstr>Dziękuję za uwagę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Leś</dc:creator>
  <cp:lastModifiedBy>Anna Leś</cp:lastModifiedBy>
  <cp:revision>5</cp:revision>
  <dcterms:created xsi:type="dcterms:W3CDTF">2026-03-23T07:59:35Z</dcterms:created>
  <dcterms:modified xsi:type="dcterms:W3CDTF">2026-04-24T19:44:45Z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